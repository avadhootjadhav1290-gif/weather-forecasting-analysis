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FFEB6A8-61B8-4CEB-8721-5B766954A95F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3D46A-66C2-47F6-89DE-04CAE2AE2B1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70C9C55-BF0E-469B-BADC-96AF3ACD5BBA}">
      <dgm:prSet/>
      <dgm:spPr/>
      <dgm:t>
        <a:bodyPr/>
        <a:lstStyle/>
        <a:p>
          <a:r>
            <a:rPr lang="en-US" dirty="0"/>
            <a:t>Conclusion :</a:t>
          </a:r>
          <a:br>
            <a:rPr lang="en-US" dirty="0"/>
          </a:br>
          <a:r>
            <a:rPr lang="en-US" dirty="0"/>
            <a:t>The temperature readings in the dataset are around an average of about 25^C. </a:t>
          </a:r>
          <a:br>
            <a:rPr lang="en-US" dirty="0"/>
          </a:br>
          <a:r>
            <a:rPr lang="en-US" dirty="0"/>
            <a:t>Most of the recorded temperatures fall between 22.5^C and 28.1^C.</a:t>
          </a:r>
          <a:br>
            <a:rPr lang="en-US" dirty="0"/>
          </a:br>
          <a:r>
            <a:rPr lang="en-US" dirty="0"/>
            <a:t>While most readings are within this comfortable, warm range, the dataset also includes some much colder temperatures, with the minimum reading being 1.5^C.</a:t>
          </a:r>
          <a:br>
            <a:rPr lang="en-US" dirty="0"/>
          </a:br>
          <a:endParaRPr lang="en-IN" dirty="0"/>
        </a:p>
      </dgm:t>
    </dgm:pt>
    <dgm:pt modelId="{4F146580-325A-4FF5-B4F8-B9C26E4F7FCF}" type="parTrans" cxnId="{FBF737DC-6B7A-415E-A7CF-F59CFB65F5C8}">
      <dgm:prSet/>
      <dgm:spPr/>
      <dgm:t>
        <a:bodyPr/>
        <a:lstStyle/>
        <a:p>
          <a:endParaRPr lang="en-IN"/>
        </a:p>
      </dgm:t>
    </dgm:pt>
    <dgm:pt modelId="{0F869D2C-A523-4A73-AABF-0AA21008E107}" type="sibTrans" cxnId="{FBF737DC-6B7A-415E-A7CF-F59CFB65F5C8}">
      <dgm:prSet/>
      <dgm:spPr/>
      <dgm:t>
        <a:bodyPr/>
        <a:lstStyle/>
        <a:p>
          <a:endParaRPr lang="en-IN"/>
        </a:p>
      </dgm:t>
    </dgm:pt>
    <dgm:pt modelId="{41B4284A-25E6-4312-9D8A-88F90CCB79D2}" type="pres">
      <dgm:prSet presAssocID="{1693D46A-66C2-47F6-89DE-04CAE2AE2B18}" presName="linearFlow" presStyleCnt="0">
        <dgm:presLayoutVars>
          <dgm:dir/>
          <dgm:resizeHandles val="exact"/>
        </dgm:presLayoutVars>
      </dgm:prSet>
      <dgm:spPr/>
    </dgm:pt>
    <dgm:pt modelId="{41411329-01E3-4828-98A9-8AD1EA508730}" type="pres">
      <dgm:prSet presAssocID="{A70C9C55-BF0E-469B-BADC-96AF3ACD5BBA}" presName="composite" presStyleCnt="0"/>
      <dgm:spPr/>
    </dgm:pt>
    <dgm:pt modelId="{2A2D607C-C34D-4E6C-8E91-11C8AA9DA9A5}" type="pres">
      <dgm:prSet presAssocID="{A70C9C55-BF0E-469B-BADC-96AF3ACD5BBA}" presName="imgShp" presStyleLbl="fgImgPlace1" presStyleIdx="0" presStyleCnt="1"/>
      <dgm:spPr/>
    </dgm:pt>
    <dgm:pt modelId="{A1ED98B0-A2CA-4155-8EC0-6E07BE74A4DD}" type="pres">
      <dgm:prSet presAssocID="{A70C9C55-BF0E-469B-BADC-96AF3ACD5BBA}" presName="txShp" presStyleLbl="node1" presStyleIdx="0" presStyleCnt="1">
        <dgm:presLayoutVars>
          <dgm:bulletEnabled val="1"/>
        </dgm:presLayoutVars>
      </dgm:prSet>
      <dgm:spPr/>
    </dgm:pt>
  </dgm:ptLst>
  <dgm:cxnLst>
    <dgm:cxn modelId="{CC18FE3A-B92E-4264-BF9F-7B2FADC266DD}" type="presOf" srcId="{1693D46A-66C2-47F6-89DE-04CAE2AE2B18}" destId="{41B4284A-25E6-4312-9D8A-88F90CCB79D2}" srcOrd="0" destOrd="0" presId="urn:microsoft.com/office/officeart/2005/8/layout/vList3"/>
    <dgm:cxn modelId="{B427AF89-A9EC-4480-AB29-B479F3BC7498}" type="presOf" srcId="{A70C9C55-BF0E-469B-BADC-96AF3ACD5BBA}" destId="{A1ED98B0-A2CA-4155-8EC0-6E07BE74A4DD}" srcOrd="0" destOrd="0" presId="urn:microsoft.com/office/officeart/2005/8/layout/vList3"/>
    <dgm:cxn modelId="{FBF737DC-6B7A-415E-A7CF-F59CFB65F5C8}" srcId="{1693D46A-66C2-47F6-89DE-04CAE2AE2B18}" destId="{A70C9C55-BF0E-469B-BADC-96AF3ACD5BBA}" srcOrd="0" destOrd="0" parTransId="{4F146580-325A-4FF5-B4F8-B9C26E4F7FCF}" sibTransId="{0F869D2C-A523-4A73-AABF-0AA21008E107}"/>
    <dgm:cxn modelId="{849BE5FE-DF4D-4019-B124-85D64B3B996C}" type="presParOf" srcId="{41B4284A-25E6-4312-9D8A-88F90CCB79D2}" destId="{41411329-01E3-4828-98A9-8AD1EA508730}" srcOrd="0" destOrd="0" presId="urn:microsoft.com/office/officeart/2005/8/layout/vList3"/>
    <dgm:cxn modelId="{3E30B85B-3568-4254-AFB8-0CDF07737840}" type="presParOf" srcId="{41411329-01E3-4828-98A9-8AD1EA508730}" destId="{2A2D607C-C34D-4E6C-8E91-11C8AA9DA9A5}" srcOrd="0" destOrd="0" presId="urn:microsoft.com/office/officeart/2005/8/layout/vList3"/>
    <dgm:cxn modelId="{AEFACD5B-90DD-4506-AEB0-75EDD001FF09}" type="presParOf" srcId="{41411329-01E3-4828-98A9-8AD1EA508730}" destId="{A1ED98B0-A2CA-4155-8EC0-6E07BE74A4D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F2DB18-FCBA-4F60-9619-0BB3EA6887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007CFC0-D781-43DA-9282-64ADC9553AC6}">
      <dgm:prSet/>
      <dgm:spPr/>
      <dgm:t>
        <a:bodyPr/>
        <a:lstStyle/>
        <a:p>
          <a:r>
            <a:rPr lang="en-IN"/>
            <a:t>Conclusion </a:t>
          </a:r>
          <a:r>
            <a:rPr lang="en-US"/>
            <a:t>:</a:t>
          </a:r>
          <a:endParaRPr lang="en-IN"/>
        </a:p>
      </dgm:t>
    </dgm:pt>
    <dgm:pt modelId="{267C2947-1D5D-4BEF-82A2-F53955DA68C5}" type="parTrans" cxnId="{E1E1E526-7FB6-4E6C-8403-7C496BB5D2AF}">
      <dgm:prSet/>
      <dgm:spPr/>
      <dgm:t>
        <a:bodyPr/>
        <a:lstStyle/>
        <a:p>
          <a:endParaRPr lang="en-IN"/>
        </a:p>
      </dgm:t>
    </dgm:pt>
    <dgm:pt modelId="{6041F712-DBBB-4EE1-ADF2-A2005831F470}" type="sibTrans" cxnId="{E1E1E526-7FB6-4E6C-8403-7C496BB5D2AF}">
      <dgm:prSet/>
      <dgm:spPr/>
      <dgm:t>
        <a:bodyPr/>
        <a:lstStyle/>
        <a:p>
          <a:endParaRPr lang="en-IN"/>
        </a:p>
      </dgm:t>
    </dgm:pt>
    <dgm:pt modelId="{04985FC4-361A-4DF7-905E-ADC7E3F9BFD9}">
      <dgm:prSet/>
      <dgm:spPr/>
      <dgm:t>
        <a:bodyPr/>
        <a:lstStyle/>
        <a:p>
          <a:r>
            <a:rPr lang="en-US" dirty="0"/>
            <a:t>From the graph, we can see that humidity and dew point move in a similar pattern over time.</a:t>
          </a:r>
          <a:endParaRPr lang="en-IN" dirty="0"/>
        </a:p>
      </dgm:t>
    </dgm:pt>
    <dgm:pt modelId="{3357B372-3C25-478D-B702-C21EDAE2F2E6}" type="parTrans" cxnId="{41BDE10F-2E30-4C16-BE0F-49978024E72A}">
      <dgm:prSet/>
      <dgm:spPr/>
      <dgm:t>
        <a:bodyPr/>
        <a:lstStyle/>
        <a:p>
          <a:endParaRPr lang="en-IN"/>
        </a:p>
      </dgm:t>
    </dgm:pt>
    <dgm:pt modelId="{D0312ECA-F83F-4DAB-ABDA-A102754C488F}" type="sibTrans" cxnId="{41BDE10F-2E30-4C16-BE0F-49978024E72A}">
      <dgm:prSet/>
      <dgm:spPr/>
      <dgm:t>
        <a:bodyPr/>
        <a:lstStyle/>
        <a:p>
          <a:endParaRPr lang="en-IN"/>
        </a:p>
      </dgm:t>
    </dgm:pt>
    <dgm:pt modelId="{8C36833C-A24A-4F7F-BA41-E9D0631BFBA5}">
      <dgm:prSet/>
      <dgm:spPr/>
      <dgm:t>
        <a:bodyPr/>
        <a:lstStyle/>
        <a:p>
          <a:r>
            <a:rPr lang="en-US" dirty="0"/>
            <a:t>When the dew point increases, the humidity also increases, and when the dew point decreases, the humidity drops.</a:t>
          </a:r>
          <a:endParaRPr lang="en-IN" dirty="0"/>
        </a:p>
      </dgm:t>
    </dgm:pt>
    <dgm:pt modelId="{C9CC4A1F-9685-43A4-81A8-F2A91286AE4A}" type="parTrans" cxnId="{4D6D2E42-EF7A-4771-99E6-FF46018F570D}">
      <dgm:prSet/>
      <dgm:spPr/>
      <dgm:t>
        <a:bodyPr/>
        <a:lstStyle/>
        <a:p>
          <a:endParaRPr lang="en-IN"/>
        </a:p>
      </dgm:t>
    </dgm:pt>
    <dgm:pt modelId="{4866E6E1-33B4-42DC-AE44-6426D85A64BE}" type="sibTrans" cxnId="{4D6D2E42-EF7A-4771-99E6-FF46018F570D}">
      <dgm:prSet/>
      <dgm:spPr/>
      <dgm:t>
        <a:bodyPr/>
        <a:lstStyle/>
        <a:p>
          <a:endParaRPr lang="en-IN"/>
        </a:p>
      </dgm:t>
    </dgm:pt>
    <dgm:pt modelId="{BA63E832-B10D-4DDD-9D14-0A5DD290404D}">
      <dgm:prSet/>
      <dgm:spPr/>
      <dgm:t>
        <a:bodyPr/>
        <a:lstStyle/>
        <a:p>
          <a:r>
            <a:rPr lang="en-US"/>
            <a:t>This means there is a positive relationship between humidity and dew point.</a:t>
          </a:r>
          <a:endParaRPr lang="en-IN"/>
        </a:p>
      </dgm:t>
    </dgm:pt>
    <dgm:pt modelId="{F2C120AA-CC6D-4D78-A5CE-259D08339425}" type="parTrans" cxnId="{977341B5-D23C-44D0-95B3-8C7A1EB8B19A}">
      <dgm:prSet/>
      <dgm:spPr/>
      <dgm:t>
        <a:bodyPr/>
        <a:lstStyle/>
        <a:p>
          <a:endParaRPr lang="en-IN"/>
        </a:p>
      </dgm:t>
    </dgm:pt>
    <dgm:pt modelId="{DDE40466-ADB1-4301-A2E6-92E85C4B2A7B}" type="sibTrans" cxnId="{977341B5-D23C-44D0-95B3-8C7A1EB8B19A}">
      <dgm:prSet/>
      <dgm:spPr/>
      <dgm:t>
        <a:bodyPr/>
        <a:lstStyle/>
        <a:p>
          <a:endParaRPr lang="en-IN"/>
        </a:p>
      </dgm:t>
    </dgm:pt>
    <dgm:pt modelId="{46E9F69E-E7C9-4E63-8016-A4DC2C834696}" type="pres">
      <dgm:prSet presAssocID="{EBF2DB18-FCBA-4F60-9619-0BB3EA688792}" presName="Name0" presStyleCnt="0">
        <dgm:presLayoutVars>
          <dgm:dir/>
          <dgm:animLvl val="lvl"/>
          <dgm:resizeHandles val="exact"/>
        </dgm:presLayoutVars>
      </dgm:prSet>
      <dgm:spPr/>
    </dgm:pt>
    <dgm:pt modelId="{E59894F0-2AA5-4150-B438-E8BAA44D4C41}" type="pres">
      <dgm:prSet presAssocID="{8007CFC0-D781-43DA-9282-64ADC9553AC6}" presName="linNode" presStyleCnt="0"/>
      <dgm:spPr/>
    </dgm:pt>
    <dgm:pt modelId="{0DEBB3EE-9249-447A-924B-7DB1883D30F5}" type="pres">
      <dgm:prSet presAssocID="{8007CFC0-D781-43DA-9282-64ADC9553AC6}" presName="parentText" presStyleLbl="node1" presStyleIdx="0" presStyleCnt="4" custLinFactNeighborX="0" custLinFactNeighborY="-5796">
        <dgm:presLayoutVars>
          <dgm:chMax val="1"/>
          <dgm:bulletEnabled val="1"/>
        </dgm:presLayoutVars>
      </dgm:prSet>
      <dgm:spPr/>
    </dgm:pt>
    <dgm:pt modelId="{8062BA03-2EE9-411C-9AEC-FD2451C03512}" type="pres">
      <dgm:prSet presAssocID="{6041F712-DBBB-4EE1-ADF2-A2005831F470}" presName="sp" presStyleCnt="0"/>
      <dgm:spPr/>
    </dgm:pt>
    <dgm:pt modelId="{B9F498A4-C332-4139-9843-D8553D187B27}" type="pres">
      <dgm:prSet presAssocID="{04985FC4-361A-4DF7-905E-ADC7E3F9BFD9}" presName="linNode" presStyleCnt="0"/>
      <dgm:spPr/>
    </dgm:pt>
    <dgm:pt modelId="{7238F5E1-A9C0-43D1-8ACE-1C439D2A9FEF}" type="pres">
      <dgm:prSet presAssocID="{04985FC4-361A-4DF7-905E-ADC7E3F9BFD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03C44C38-18EC-4F96-9994-71499881CCDC}" type="pres">
      <dgm:prSet presAssocID="{D0312ECA-F83F-4DAB-ABDA-A102754C488F}" presName="sp" presStyleCnt="0"/>
      <dgm:spPr/>
    </dgm:pt>
    <dgm:pt modelId="{FDC365D0-4291-47F7-B71D-40FF1630F146}" type="pres">
      <dgm:prSet presAssocID="{8C36833C-A24A-4F7F-BA41-E9D0631BFBA5}" presName="linNode" presStyleCnt="0"/>
      <dgm:spPr/>
    </dgm:pt>
    <dgm:pt modelId="{A76215E1-674A-4736-A79E-14671C362B9C}" type="pres">
      <dgm:prSet presAssocID="{8C36833C-A24A-4F7F-BA41-E9D0631BFBA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37D0D2A-ADE9-4FD3-8750-A0CA18146672}" type="pres">
      <dgm:prSet presAssocID="{4866E6E1-33B4-42DC-AE44-6426D85A64BE}" presName="sp" presStyleCnt="0"/>
      <dgm:spPr/>
    </dgm:pt>
    <dgm:pt modelId="{8F7FE765-A879-4286-B041-A9CA39BB83A9}" type="pres">
      <dgm:prSet presAssocID="{BA63E832-B10D-4DDD-9D14-0A5DD290404D}" presName="linNode" presStyleCnt="0"/>
      <dgm:spPr/>
    </dgm:pt>
    <dgm:pt modelId="{02DF1B83-381E-4394-AF99-F9F8E76F8802}" type="pres">
      <dgm:prSet presAssocID="{BA63E832-B10D-4DDD-9D14-0A5DD290404D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41BDE10F-2E30-4C16-BE0F-49978024E72A}" srcId="{EBF2DB18-FCBA-4F60-9619-0BB3EA688792}" destId="{04985FC4-361A-4DF7-905E-ADC7E3F9BFD9}" srcOrd="1" destOrd="0" parTransId="{3357B372-3C25-478D-B702-C21EDAE2F2E6}" sibTransId="{D0312ECA-F83F-4DAB-ABDA-A102754C488F}"/>
    <dgm:cxn modelId="{E1E1E526-7FB6-4E6C-8403-7C496BB5D2AF}" srcId="{EBF2DB18-FCBA-4F60-9619-0BB3EA688792}" destId="{8007CFC0-D781-43DA-9282-64ADC9553AC6}" srcOrd="0" destOrd="0" parTransId="{267C2947-1D5D-4BEF-82A2-F53955DA68C5}" sibTransId="{6041F712-DBBB-4EE1-ADF2-A2005831F470}"/>
    <dgm:cxn modelId="{4D6D2E42-EF7A-4771-99E6-FF46018F570D}" srcId="{EBF2DB18-FCBA-4F60-9619-0BB3EA688792}" destId="{8C36833C-A24A-4F7F-BA41-E9D0631BFBA5}" srcOrd="2" destOrd="0" parTransId="{C9CC4A1F-9685-43A4-81A8-F2A91286AE4A}" sibTransId="{4866E6E1-33B4-42DC-AE44-6426D85A64BE}"/>
    <dgm:cxn modelId="{B782CA76-283A-4A13-B690-9D93145EF45C}" type="presOf" srcId="{8007CFC0-D781-43DA-9282-64ADC9553AC6}" destId="{0DEBB3EE-9249-447A-924B-7DB1883D30F5}" srcOrd="0" destOrd="0" presId="urn:microsoft.com/office/officeart/2005/8/layout/vList5"/>
    <dgm:cxn modelId="{7794A28D-3594-48CD-92CF-F5863C42C091}" type="presOf" srcId="{BA63E832-B10D-4DDD-9D14-0A5DD290404D}" destId="{02DF1B83-381E-4394-AF99-F9F8E76F8802}" srcOrd="0" destOrd="0" presId="urn:microsoft.com/office/officeart/2005/8/layout/vList5"/>
    <dgm:cxn modelId="{A034DFB3-4A1B-45D2-8C2F-226DCA50AEA8}" type="presOf" srcId="{8C36833C-A24A-4F7F-BA41-E9D0631BFBA5}" destId="{A76215E1-674A-4736-A79E-14671C362B9C}" srcOrd="0" destOrd="0" presId="urn:microsoft.com/office/officeart/2005/8/layout/vList5"/>
    <dgm:cxn modelId="{977341B5-D23C-44D0-95B3-8C7A1EB8B19A}" srcId="{EBF2DB18-FCBA-4F60-9619-0BB3EA688792}" destId="{BA63E832-B10D-4DDD-9D14-0A5DD290404D}" srcOrd="3" destOrd="0" parTransId="{F2C120AA-CC6D-4D78-A5CE-259D08339425}" sibTransId="{DDE40466-ADB1-4301-A2E6-92E85C4B2A7B}"/>
    <dgm:cxn modelId="{C3E310B7-7C64-4C27-9124-A7F94702296F}" type="presOf" srcId="{04985FC4-361A-4DF7-905E-ADC7E3F9BFD9}" destId="{7238F5E1-A9C0-43D1-8ACE-1C439D2A9FEF}" srcOrd="0" destOrd="0" presId="urn:microsoft.com/office/officeart/2005/8/layout/vList5"/>
    <dgm:cxn modelId="{196DE7FB-6BEC-42A4-9CB3-AD28C3DA3A1D}" type="presOf" srcId="{EBF2DB18-FCBA-4F60-9619-0BB3EA688792}" destId="{46E9F69E-E7C9-4E63-8016-A4DC2C834696}" srcOrd="0" destOrd="0" presId="urn:microsoft.com/office/officeart/2005/8/layout/vList5"/>
    <dgm:cxn modelId="{94973940-6B61-4B6F-886F-52C7FCECCB88}" type="presParOf" srcId="{46E9F69E-E7C9-4E63-8016-A4DC2C834696}" destId="{E59894F0-2AA5-4150-B438-E8BAA44D4C41}" srcOrd="0" destOrd="0" presId="urn:microsoft.com/office/officeart/2005/8/layout/vList5"/>
    <dgm:cxn modelId="{C9BC8D6A-A9EE-4301-8C38-BC8A54EDE2C2}" type="presParOf" srcId="{E59894F0-2AA5-4150-B438-E8BAA44D4C41}" destId="{0DEBB3EE-9249-447A-924B-7DB1883D30F5}" srcOrd="0" destOrd="0" presId="urn:microsoft.com/office/officeart/2005/8/layout/vList5"/>
    <dgm:cxn modelId="{7A190A09-85C8-4377-BEC5-5E50F0AEB4AB}" type="presParOf" srcId="{46E9F69E-E7C9-4E63-8016-A4DC2C834696}" destId="{8062BA03-2EE9-411C-9AEC-FD2451C03512}" srcOrd="1" destOrd="0" presId="urn:microsoft.com/office/officeart/2005/8/layout/vList5"/>
    <dgm:cxn modelId="{DBB4A0B9-77D6-4DD8-BDB0-813CB6C491C3}" type="presParOf" srcId="{46E9F69E-E7C9-4E63-8016-A4DC2C834696}" destId="{B9F498A4-C332-4139-9843-D8553D187B27}" srcOrd="2" destOrd="0" presId="urn:microsoft.com/office/officeart/2005/8/layout/vList5"/>
    <dgm:cxn modelId="{400D2BA9-7D70-410E-9BBC-E0B8B609C1C7}" type="presParOf" srcId="{B9F498A4-C332-4139-9843-D8553D187B27}" destId="{7238F5E1-A9C0-43D1-8ACE-1C439D2A9FEF}" srcOrd="0" destOrd="0" presId="urn:microsoft.com/office/officeart/2005/8/layout/vList5"/>
    <dgm:cxn modelId="{DFA06F71-360A-4B9C-A97E-D59AD22B666E}" type="presParOf" srcId="{46E9F69E-E7C9-4E63-8016-A4DC2C834696}" destId="{03C44C38-18EC-4F96-9994-71499881CCDC}" srcOrd="3" destOrd="0" presId="urn:microsoft.com/office/officeart/2005/8/layout/vList5"/>
    <dgm:cxn modelId="{816A3247-1294-4DFF-8C92-39455707DB80}" type="presParOf" srcId="{46E9F69E-E7C9-4E63-8016-A4DC2C834696}" destId="{FDC365D0-4291-47F7-B71D-40FF1630F146}" srcOrd="4" destOrd="0" presId="urn:microsoft.com/office/officeart/2005/8/layout/vList5"/>
    <dgm:cxn modelId="{F1B63CA8-9197-4CC8-8783-37C37BEB6C0C}" type="presParOf" srcId="{FDC365D0-4291-47F7-B71D-40FF1630F146}" destId="{A76215E1-674A-4736-A79E-14671C362B9C}" srcOrd="0" destOrd="0" presId="urn:microsoft.com/office/officeart/2005/8/layout/vList5"/>
    <dgm:cxn modelId="{7AA42E02-E63A-4C59-9348-D893F19D3094}" type="presParOf" srcId="{46E9F69E-E7C9-4E63-8016-A4DC2C834696}" destId="{437D0D2A-ADE9-4FD3-8750-A0CA18146672}" srcOrd="5" destOrd="0" presId="urn:microsoft.com/office/officeart/2005/8/layout/vList5"/>
    <dgm:cxn modelId="{8290D416-EF71-43DE-A3F8-216164F79396}" type="presParOf" srcId="{46E9F69E-E7C9-4E63-8016-A4DC2C834696}" destId="{8F7FE765-A879-4286-B041-A9CA39BB83A9}" srcOrd="6" destOrd="0" presId="urn:microsoft.com/office/officeart/2005/8/layout/vList5"/>
    <dgm:cxn modelId="{117A6212-9499-4A05-A034-CE442E6D1428}" type="presParOf" srcId="{8F7FE765-A879-4286-B041-A9CA39BB83A9}" destId="{02DF1B83-381E-4394-AF99-F9F8E76F880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BE3CBC-AFE2-457F-B8BE-A82A3F46D422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1E58B3C-4CEE-4599-8765-30ED597AF17F}">
      <dgm:prSet/>
      <dgm:spPr/>
      <dgm:t>
        <a:bodyPr/>
        <a:lstStyle/>
        <a:p>
          <a:r>
            <a:rPr lang="en-IN"/>
            <a:t>Conclusion :</a:t>
          </a:r>
        </a:p>
      </dgm:t>
    </dgm:pt>
    <dgm:pt modelId="{BEA6E332-2EC5-46EB-9D81-64C85CB63DA5}" type="parTrans" cxnId="{F54B45F7-8926-44F2-B4E6-2169F484F495}">
      <dgm:prSet/>
      <dgm:spPr/>
      <dgm:t>
        <a:bodyPr/>
        <a:lstStyle/>
        <a:p>
          <a:endParaRPr lang="en-IN"/>
        </a:p>
      </dgm:t>
    </dgm:pt>
    <dgm:pt modelId="{472B4094-EDB1-4CCA-B7C9-51D9F859366F}" type="sibTrans" cxnId="{F54B45F7-8926-44F2-B4E6-2169F484F495}">
      <dgm:prSet/>
      <dgm:spPr/>
      <dgm:t>
        <a:bodyPr/>
        <a:lstStyle/>
        <a:p>
          <a:endParaRPr lang="en-IN"/>
        </a:p>
      </dgm:t>
    </dgm:pt>
    <dgm:pt modelId="{385F1209-0055-4937-8667-78D673A202F9}">
      <dgm:prSet/>
      <dgm:spPr/>
      <dgm:t>
        <a:bodyPr/>
        <a:lstStyle/>
        <a:p>
          <a:r>
            <a:rPr lang="en-IN"/>
            <a:t>Wind speeds vary significantly between states, and it is easier to identify which states experience higher average wind conditions.</a:t>
          </a:r>
        </a:p>
      </dgm:t>
    </dgm:pt>
    <dgm:pt modelId="{DC613D78-C2CE-4CBA-94CA-1FB7C01B62E4}" type="parTrans" cxnId="{06BCD235-20DB-43F4-AD03-8372463FBB7D}">
      <dgm:prSet/>
      <dgm:spPr/>
      <dgm:t>
        <a:bodyPr/>
        <a:lstStyle/>
        <a:p>
          <a:endParaRPr lang="en-IN"/>
        </a:p>
      </dgm:t>
    </dgm:pt>
    <dgm:pt modelId="{96D04337-DE36-467D-BCE1-9C56FD28E816}" type="sibTrans" cxnId="{06BCD235-20DB-43F4-AD03-8372463FBB7D}">
      <dgm:prSet/>
      <dgm:spPr/>
      <dgm:t>
        <a:bodyPr/>
        <a:lstStyle/>
        <a:p>
          <a:endParaRPr lang="en-IN"/>
        </a:p>
      </dgm:t>
    </dgm:pt>
    <dgm:pt modelId="{CE578AED-2588-44E7-82A2-B91F92657D80}" type="pres">
      <dgm:prSet presAssocID="{E0BE3CBC-AFE2-457F-B8BE-A82A3F46D422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8D433A9-006B-478B-9E73-CD8E8504E5CF}" type="pres">
      <dgm:prSet presAssocID="{C1E58B3C-4CEE-4599-8765-30ED597AF17F}" presName="circle1" presStyleLbl="node1" presStyleIdx="0" presStyleCnt="2"/>
      <dgm:spPr/>
    </dgm:pt>
    <dgm:pt modelId="{9E5BE2A3-F146-43F7-A91A-B3A2D31C40F3}" type="pres">
      <dgm:prSet presAssocID="{C1E58B3C-4CEE-4599-8765-30ED597AF17F}" presName="space" presStyleCnt="0"/>
      <dgm:spPr/>
    </dgm:pt>
    <dgm:pt modelId="{FB445D46-2CBA-4B07-B4EF-97AB6BC4E976}" type="pres">
      <dgm:prSet presAssocID="{C1E58B3C-4CEE-4599-8765-30ED597AF17F}" presName="rect1" presStyleLbl="alignAcc1" presStyleIdx="0" presStyleCnt="2" custLinFactNeighborX="0" custLinFactNeighborY="13204"/>
      <dgm:spPr/>
    </dgm:pt>
    <dgm:pt modelId="{4A9E34CF-C4B4-4E76-982D-7B29682B6AB5}" type="pres">
      <dgm:prSet presAssocID="{385F1209-0055-4937-8667-78D673A202F9}" presName="vertSpace2" presStyleLbl="node1" presStyleIdx="0" presStyleCnt="2"/>
      <dgm:spPr/>
    </dgm:pt>
    <dgm:pt modelId="{126FB9CA-F716-4D8C-83A2-684BBD068BE0}" type="pres">
      <dgm:prSet presAssocID="{385F1209-0055-4937-8667-78D673A202F9}" presName="circle2" presStyleLbl="node1" presStyleIdx="1" presStyleCnt="2"/>
      <dgm:spPr/>
    </dgm:pt>
    <dgm:pt modelId="{17A88099-107E-4651-83CF-4F0E46E47F73}" type="pres">
      <dgm:prSet presAssocID="{385F1209-0055-4937-8667-78D673A202F9}" presName="rect2" presStyleLbl="alignAcc1" presStyleIdx="1" presStyleCnt="2"/>
      <dgm:spPr/>
    </dgm:pt>
    <dgm:pt modelId="{56DD1844-A2C7-4039-A4EB-69BFE72164FD}" type="pres">
      <dgm:prSet presAssocID="{C1E58B3C-4CEE-4599-8765-30ED597AF17F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D7C449AA-6B66-492A-ABB3-F37D35B47109}" type="pres">
      <dgm:prSet presAssocID="{385F1209-0055-4937-8667-78D673A202F9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AB5CE32B-5C36-473E-AF55-FD82156B3B48}" type="presOf" srcId="{C1E58B3C-4CEE-4599-8765-30ED597AF17F}" destId="{FB445D46-2CBA-4B07-B4EF-97AB6BC4E976}" srcOrd="0" destOrd="0" presId="urn:microsoft.com/office/officeart/2005/8/layout/target3"/>
    <dgm:cxn modelId="{06BCD235-20DB-43F4-AD03-8372463FBB7D}" srcId="{E0BE3CBC-AFE2-457F-B8BE-A82A3F46D422}" destId="{385F1209-0055-4937-8667-78D673A202F9}" srcOrd="1" destOrd="0" parTransId="{DC613D78-C2CE-4CBA-94CA-1FB7C01B62E4}" sibTransId="{96D04337-DE36-467D-BCE1-9C56FD28E816}"/>
    <dgm:cxn modelId="{9F24535D-3DCF-4587-A5C3-F0D5452CBE30}" type="presOf" srcId="{385F1209-0055-4937-8667-78D673A202F9}" destId="{17A88099-107E-4651-83CF-4F0E46E47F73}" srcOrd="0" destOrd="0" presId="urn:microsoft.com/office/officeart/2005/8/layout/target3"/>
    <dgm:cxn modelId="{23392379-22BF-40FA-9B0B-788FD7542161}" type="presOf" srcId="{385F1209-0055-4937-8667-78D673A202F9}" destId="{D7C449AA-6B66-492A-ABB3-F37D35B47109}" srcOrd="1" destOrd="0" presId="urn:microsoft.com/office/officeart/2005/8/layout/target3"/>
    <dgm:cxn modelId="{5EE51F8F-9237-4E94-8831-53231D695BBB}" type="presOf" srcId="{E0BE3CBC-AFE2-457F-B8BE-A82A3F46D422}" destId="{CE578AED-2588-44E7-82A2-B91F92657D80}" srcOrd="0" destOrd="0" presId="urn:microsoft.com/office/officeart/2005/8/layout/target3"/>
    <dgm:cxn modelId="{FF59AEF5-CFE2-4CDC-A0DB-1B2FEF54D200}" type="presOf" srcId="{C1E58B3C-4CEE-4599-8765-30ED597AF17F}" destId="{56DD1844-A2C7-4039-A4EB-69BFE72164FD}" srcOrd="1" destOrd="0" presId="urn:microsoft.com/office/officeart/2005/8/layout/target3"/>
    <dgm:cxn modelId="{F54B45F7-8926-44F2-B4E6-2169F484F495}" srcId="{E0BE3CBC-AFE2-457F-B8BE-A82A3F46D422}" destId="{C1E58B3C-4CEE-4599-8765-30ED597AF17F}" srcOrd="0" destOrd="0" parTransId="{BEA6E332-2EC5-46EB-9D81-64C85CB63DA5}" sibTransId="{472B4094-EDB1-4CCA-B7C9-51D9F859366F}"/>
    <dgm:cxn modelId="{B030E34B-FC25-49AE-A13F-534148BF51CF}" type="presParOf" srcId="{CE578AED-2588-44E7-82A2-B91F92657D80}" destId="{98D433A9-006B-478B-9E73-CD8E8504E5CF}" srcOrd="0" destOrd="0" presId="urn:microsoft.com/office/officeart/2005/8/layout/target3"/>
    <dgm:cxn modelId="{6A27E0F8-97AE-4240-A28C-F54A6905684D}" type="presParOf" srcId="{CE578AED-2588-44E7-82A2-B91F92657D80}" destId="{9E5BE2A3-F146-43F7-A91A-B3A2D31C40F3}" srcOrd="1" destOrd="0" presId="urn:microsoft.com/office/officeart/2005/8/layout/target3"/>
    <dgm:cxn modelId="{608EDE0C-A3DB-4D91-A2C6-B3A03FB837B7}" type="presParOf" srcId="{CE578AED-2588-44E7-82A2-B91F92657D80}" destId="{FB445D46-2CBA-4B07-B4EF-97AB6BC4E976}" srcOrd="2" destOrd="0" presId="urn:microsoft.com/office/officeart/2005/8/layout/target3"/>
    <dgm:cxn modelId="{6DA1CBFA-3E8A-4C38-ABAE-0C0579F56F7F}" type="presParOf" srcId="{CE578AED-2588-44E7-82A2-B91F92657D80}" destId="{4A9E34CF-C4B4-4E76-982D-7B29682B6AB5}" srcOrd="3" destOrd="0" presId="urn:microsoft.com/office/officeart/2005/8/layout/target3"/>
    <dgm:cxn modelId="{457FD8F4-B502-445B-9C15-C20E9131FACC}" type="presParOf" srcId="{CE578AED-2588-44E7-82A2-B91F92657D80}" destId="{126FB9CA-F716-4D8C-83A2-684BBD068BE0}" srcOrd="4" destOrd="0" presId="urn:microsoft.com/office/officeart/2005/8/layout/target3"/>
    <dgm:cxn modelId="{1EBFA2F5-CD11-4F04-9968-084D75DD30F6}" type="presParOf" srcId="{CE578AED-2588-44E7-82A2-B91F92657D80}" destId="{17A88099-107E-4651-83CF-4F0E46E47F73}" srcOrd="5" destOrd="0" presId="urn:microsoft.com/office/officeart/2005/8/layout/target3"/>
    <dgm:cxn modelId="{885FED95-53B2-4447-B80A-B59A48D35DDE}" type="presParOf" srcId="{CE578AED-2588-44E7-82A2-B91F92657D80}" destId="{56DD1844-A2C7-4039-A4EB-69BFE72164FD}" srcOrd="6" destOrd="0" presId="urn:microsoft.com/office/officeart/2005/8/layout/target3"/>
    <dgm:cxn modelId="{E9CF0CAD-DB55-4076-A6E6-1EE7A27EDB7B}" type="presParOf" srcId="{CE578AED-2588-44E7-82A2-B91F92657D80}" destId="{D7C449AA-6B66-492A-ABB3-F37D35B47109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EBE982-FB37-469F-9BB6-F4891E2C23A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803A9FB-C813-43F9-9336-B693046F18C8}">
      <dgm:prSet/>
      <dgm:spPr/>
      <dgm:t>
        <a:bodyPr/>
        <a:lstStyle/>
        <a:p>
          <a:r>
            <a:rPr lang="en-IN"/>
            <a:t>Conclusion:</a:t>
          </a:r>
        </a:p>
      </dgm:t>
    </dgm:pt>
    <dgm:pt modelId="{468C95D7-93E3-4537-933E-0632E5A7BD5D}" type="parTrans" cxnId="{41C516A2-F995-434F-8C93-BCEEED1AA0BD}">
      <dgm:prSet/>
      <dgm:spPr/>
      <dgm:t>
        <a:bodyPr/>
        <a:lstStyle/>
        <a:p>
          <a:endParaRPr lang="en-IN"/>
        </a:p>
      </dgm:t>
    </dgm:pt>
    <dgm:pt modelId="{FCA18802-010F-49FE-8A3B-A2FB8513B4AC}" type="sibTrans" cxnId="{41C516A2-F995-434F-8C93-BCEEED1AA0BD}">
      <dgm:prSet/>
      <dgm:spPr/>
      <dgm:t>
        <a:bodyPr/>
        <a:lstStyle/>
        <a:p>
          <a:endParaRPr lang="en-IN"/>
        </a:p>
      </dgm:t>
    </dgm:pt>
    <dgm:pt modelId="{912B2191-B3B3-4B43-AA4F-EA7982D88603}">
      <dgm:prSet/>
      <dgm:spPr/>
      <dgm:t>
        <a:bodyPr/>
        <a:lstStyle/>
        <a:p>
          <a:r>
            <a:rPr lang="en-IN"/>
            <a:t>There is a strong positive correlation between actual temperature (temp_c) and feels-like temperature (feelslike_c).</a:t>
          </a:r>
        </a:p>
      </dgm:t>
    </dgm:pt>
    <dgm:pt modelId="{5A369657-4A32-4BCF-ACBB-7C794A21ECAF}" type="parTrans" cxnId="{4C034CAB-9DE9-43F8-9A02-163DDAE12049}">
      <dgm:prSet/>
      <dgm:spPr/>
      <dgm:t>
        <a:bodyPr/>
        <a:lstStyle/>
        <a:p>
          <a:endParaRPr lang="en-IN"/>
        </a:p>
      </dgm:t>
    </dgm:pt>
    <dgm:pt modelId="{0822D667-E97C-428F-AEDD-F95307357E8A}" type="sibTrans" cxnId="{4C034CAB-9DE9-43F8-9A02-163DDAE12049}">
      <dgm:prSet/>
      <dgm:spPr/>
      <dgm:t>
        <a:bodyPr/>
        <a:lstStyle/>
        <a:p>
          <a:endParaRPr lang="en-IN"/>
        </a:p>
      </dgm:t>
    </dgm:pt>
    <dgm:pt modelId="{37393E2E-E44D-4690-973D-FDDE031DD5D7}">
      <dgm:prSet/>
      <dgm:spPr/>
      <dgm:t>
        <a:bodyPr/>
        <a:lstStyle/>
        <a:p>
          <a:r>
            <a:rPr lang="en-IN" dirty="0"/>
            <a:t>This means that when the actual temperature increases, the feels-like temperature also increases.</a:t>
          </a:r>
        </a:p>
      </dgm:t>
    </dgm:pt>
    <dgm:pt modelId="{4A9C44D9-918B-45EC-A614-A4EC1C03D70D}" type="parTrans" cxnId="{6C09BED1-F9DA-447B-AC48-BBF99574DA76}">
      <dgm:prSet/>
      <dgm:spPr/>
      <dgm:t>
        <a:bodyPr/>
        <a:lstStyle/>
        <a:p>
          <a:endParaRPr lang="en-IN"/>
        </a:p>
      </dgm:t>
    </dgm:pt>
    <dgm:pt modelId="{D6F4A8B3-1559-41D4-A9A5-68E06CD5A2BE}" type="sibTrans" cxnId="{6C09BED1-F9DA-447B-AC48-BBF99574DA76}">
      <dgm:prSet/>
      <dgm:spPr/>
      <dgm:t>
        <a:bodyPr/>
        <a:lstStyle/>
        <a:p>
          <a:endParaRPr lang="en-IN"/>
        </a:p>
      </dgm:t>
    </dgm:pt>
    <dgm:pt modelId="{C7EA5EC3-2378-4069-B9FC-023BD854BD4C}">
      <dgm:prSet/>
      <dgm:spPr/>
      <dgm:t>
        <a:bodyPr/>
        <a:lstStyle/>
        <a:p>
          <a:r>
            <a:rPr lang="en-IN"/>
            <a:t>The points on the scatterplot would be closely clustered along a straight line, confirming that the “feels-like” temperature closely follows the actual temperature.</a:t>
          </a:r>
        </a:p>
      </dgm:t>
    </dgm:pt>
    <dgm:pt modelId="{6157823B-85EF-4A60-8A58-454CB6EB6D47}" type="parTrans" cxnId="{93E8A964-28A6-44D0-86F9-EB8F0243FAC0}">
      <dgm:prSet/>
      <dgm:spPr/>
      <dgm:t>
        <a:bodyPr/>
        <a:lstStyle/>
        <a:p>
          <a:endParaRPr lang="en-IN"/>
        </a:p>
      </dgm:t>
    </dgm:pt>
    <dgm:pt modelId="{A6AD830E-1E08-4F15-ADFB-598EB42EC3F7}" type="sibTrans" cxnId="{93E8A964-28A6-44D0-86F9-EB8F0243FAC0}">
      <dgm:prSet/>
      <dgm:spPr/>
      <dgm:t>
        <a:bodyPr/>
        <a:lstStyle/>
        <a:p>
          <a:endParaRPr lang="en-IN"/>
        </a:p>
      </dgm:t>
    </dgm:pt>
    <dgm:pt modelId="{F70A1875-378D-4FD7-92A6-69B6C75F5987}" type="pres">
      <dgm:prSet presAssocID="{46EBE982-FB37-469F-9BB6-F4891E2C23A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388EFD3-0D73-4E59-A892-4DAB4CC523E0}" type="pres">
      <dgm:prSet presAssocID="{B803A9FB-C813-43F9-9336-B693046F18C8}" presName="circle1" presStyleLbl="node1" presStyleIdx="0" presStyleCnt="4"/>
      <dgm:spPr/>
    </dgm:pt>
    <dgm:pt modelId="{95E85F3A-9AC6-43A0-9ADA-15F28B702DAE}" type="pres">
      <dgm:prSet presAssocID="{B803A9FB-C813-43F9-9336-B693046F18C8}" presName="space" presStyleCnt="0"/>
      <dgm:spPr/>
    </dgm:pt>
    <dgm:pt modelId="{839FF539-0483-4FED-884D-720BCF6B4D08}" type="pres">
      <dgm:prSet presAssocID="{B803A9FB-C813-43F9-9336-B693046F18C8}" presName="rect1" presStyleLbl="alignAcc1" presStyleIdx="0" presStyleCnt="4" custLinFactNeighborX="-292" custLinFactNeighborY="11774"/>
      <dgm:spPr/>
    </dgm:pt>
    <dgm:pt modelId="{F58F62D7-A28F-4A04-B57E-E1EAC34E5643}" type="pres">
      <dgm:prSet presAssocID="{912B2191-B3B3-4B43-AA4F-EA7982D88603}" presName="vertSpace2" presStyleLbl="node1" presStyleIdx="0" presStyleCnt="4"/>
      <dgm:spPr/>
    </dgm:pt>
    <dgm:pt modelId="{0E62C701-BB6A-433C-A996-A532B5A982C4}" type="pres">
      <dgm:prSet presAssocID="{912B2191-B3B3-4B43-AA4F-EA7982D88603}" presName="circle2" presStyleLbl="node1" presStyleIdx="1" presStyleCnt="4"/>
      <dgm:spPr/>
    </dgm:pt>
    <dgm:pt modelId="{DB6A70B9-E43C-4EBD-BD48-45B4B3A64618}" type="pres">
      <dgm:prSet presAssocID="{912B2191-B3B3-4B43-AA4F-EA7982D88603}" presName="rect2" presStyleLbl="alignAcc1" presStyleIdx="1" presStyleCnt="4"/>
      <dgm:spPr/>
    </dgm:pt>
    <dgm:pt modelId="{2C671DEF-4B5D-424B-AAFE-026FECBE5784}" type="pres">
      <dgm:prSet presAssocID="{37393E2E-E44D-4690-973D-FDDE031DD5D7}" presName="vertSpace3" presStyleLbl="node1" presStyleIdx="1" presStyleCnt="4"/>
      <dgm:spPr/>
    </dgm:pt>
    <dgm:pt modelId="{F1204CDD-4C3D-42D2-B53E-E71BEAF733A9}" type="pres">
      <dgm:prSet presAssocID="{37393E2E-E44D-4690-973D-FDDE031DD5D7}" presName="circle3" presStyleLbl="node1" presStyleIdx="2" presStyleCnt="4"/>
      <dgm:spPr/>
    </dgm:pt>
    <dgm:pt modelId="{E0850360-C0CB-43D2-9D1F-8977AA005C2C}" type="pres">
      <dgm:prSet presAssocID="{37393E2E-E44D-4690-973D-FDDE031DD5D7}" presName="rect3" presStyleLbl="alignAcc1" presStyleIdx="2" presStyleCnt="4"/>
      <dgm:spPr/>
    </dgm:pt>
    <dgm:pt modelId="{2DEB5156-01C8-4DAF-BB6B-5785DFD8739D}" type="pres">
      <dgm:prSet presAssocID="{C7EA5EC3-2378-4069-B9FC-023BD854BD4C}" presName="vertSpace4" presStyleLbl="node1" presStyleIdx="2" presStyleCnt="4"/>
      <dgm:spPr/>
    </dgm:pt>
    <dgm:pt modelId="{2E3B3BE8-A9CB-46D0-B548-63518059EE53}" type="pres">
      <dgm:prSet presAssocID="{C7EA5EC3-2378-4069-B9FC-023BD854BD4C}" presName="circle4" presStyleLbl="node1" presStyleIdx="3" presStyleCnt="4"/>
      <dgm:spPr/>
    </dgm:pt>
    <dgm:pt modelId="{ECD30BF8-538F-4380-8399-3881AA451105}" type="pres">
      <dgm:prSet presAssocID="{C7EA5EC3-2378-4069-B9FC-023BD854BD4C}" presName="rect4" presStyleLbl="alignAcc1" presStyleIdx="3" presStyleCnt="4"/>
      <dgm:spPr/>
    </dgm:pt>
    <dgm:pt modelId="{7A1C6C8B-E3EE-4283-A296-654F0D0D4F9C}" type="pres">
      <dgm:prSet presAssocID="{B803A9FB-C813-43F9-9336-B693046F18C8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40CA62B7-742A-426E-AC8B-B883B53E8801}" type="pres">
      <dgm:prSet presAssocID="{912B2191-B3B3-4B43-AA4F-EA7982D88603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8A33BD02-B05C-4394-BD8A-0C577DF27180}" type="pres">
      <dgm:prSet presAssocID="{37393E2E-E44D-4690-973D-FDDE031DD5D7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783A9E33-0EBA-4AC6-96CC-674867EB581F}" type="pres">
      <dgm:prSet presAssocID="{C7EA5EC3-2378-4069-B9FC-023BD854BD4C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E88D8B12-255C-4C4E-AED6-90C3A8D74A56}" type="presOf" srcId="{C7EA5EC3-2378-4069-B9FC-023BD854BD4C}" destId="{783A9E33-0EBA-4AC6-96CC-674867EB581F}" srcOrd="1" destOrd="0" presId="urn:microsoft.com/office/officeart/2005/8/layout/target3"/>
    <dgm:cxn modelId="{BD2E1C16-DB7A-4E6F-9A1A-F238BB580673}" type="presOf" srcId="{B803A9FB-C813-43F9-9336-B693046F18C8}" destId="{7A1C6C8B-E3EE-4283-A296-654F0D0D4F9C}" srcOrd="1" destOrd="0" presId="urn:microsoft.com/office/officeart/2005/8/layout/target3"/>
    <dgm:cxn modelId="{5150841C-0A18-4CE7-8001-3CBAAE133AC3}" type="presOf" srcId="{C7EA5EC3-2378-4069-B9FC-023BD854BD4C}" destId="{ECD30BF8-538F-4380-8399-3881AA451105}" srcOrd="0" destOrd="0" presId="urn:microsoft.com/office/officeart/2005/8/layout/target3"/>
    <dgm:cxn modelId="{93E8A964-28A6-44D0-86F9-EB8F0243FAC0}" srcId="{46EBE982-FB37-469F-9BB6-F4891E2C23A1}" destId="{C7EA5EC3-2378-4069-B9FC-023BD854BD4C}" srcOrd="3" destOrd="0" parTransId="{6157823B-85EF-4A60-8A58-454CB6EB6D47}" sibTransId="{A6AD830E-1E08-4F15-ADFB-598EB42EC3F7}"/>
    <dgm:cxn modelId="{9CC7598D-1C9A-49CB-9516-4E2D5B970FA6}" type="presOf" srcId="{46EBE982-FB37-469F-9BB6-F4891E2C23A1}" destId="{F70A1875-378D-4FD7-92A6-69B6C75F5987}" srcOrd="0" destOrd="0" presId="urn:microsoft.com/office/officeart/2005/8/layout/target3"/>
    <dgm:cxn modelId="{A23F0690-A8D9-4241-A026-CCA9B28BB4BC}" type="presOf" srcId="{37393E2E-E44D-4690-973D-FDDE031DD5D7}" destId="{E0850360-C0CB-43D2-9D1F-8977AA005C2C}" srcOrd="0" destOrd="0" presId="urn:microsoft.com/office/officeart/2005/8/layout/target3"/>
    <dgm:cxn modelId="{41C516A2-F995-434F-8C93-BCEEED1AA0BD}" srcId="{46EBE982-FB37-469F-9BB6-F4891E2C23A1}" destId="{B803A9FB-C813-43F9-9336-B693046F18C8}" srcOrd="0" destOrd="0" parTransId="{468C95D7-93E3-4537-933E-0632E5A7BD5D}" sibTransId="{FCA18802-010F-49FE-8A3B-A2FB8513B4AC}"/>
    <dgm:cxn modelId="{4C034CAB-9DE9-43F8-9A02-163DDAE12049}" srcId="{46EBE982-FB37-469F-9BB6-F4891E2C23A1}" destId="{912B2191-B3B3-4B43-AA4F-EA7982D88603}" srcOrd="1" destOrd="0" parTransId="{5A369657-4A32-4BCF-ACBB-7C794A21ECAF}" sibTransId="{0822D667-E97C-428F-AEDD-F95307357E8A}"/>
    <dgm:cxn modelId="{DC26BDB3-B0BB-4338-B18C-8490C0B3A2E1}" type="presOf" srcId="{912B2191-B3B3-4B43-AA4F-EA7982D88603}" destId="{DB6A70B9-E43C-4EBD-BD48-45B4B3A64618}" srcOrd="0" destOrd="0" presId="urn:microsoft.com/office/officeart/2005/8/layout/target3"/>
    <dgm:cxn modelId="{20FB03B4-EF00-4E1A-AB28-C6FC9570BD6A}" type="presOf" srcId="{912B2191-B3B3-4B43-AA4F-EA7982D88603}" destId="{40CA62B7-742A-426E-AC8B-B883B53E8801}" srcOrd="1" destOrd="0" presId="urn:microsoft.com/office/officeart/2005/8/layout/target3"/>
    <dgm:cxn modelId="{E05DA6B7-B8E9-43E5-BF3A-0CD215908647}" type="presOf" srcId="{37393E2E-E44D-4690-973D-FDDE031DD5D7}" destId="{8A33BD02-B05C-4394-BD8A-0C577DF27180}" srcOrd="1" destOrd="0" presId="urn:microsoft.com/office/officeart/2005/8/layout/target3"/>
    <dgm:cxn modelId="{D9F34DBB-FCA7-4777-BCED-A1E5067B3722}" type="presOf" srcId="{B803A9FB-C813-43F9-9336-B693046F18C8}" destId="{839FF539-0483-4FED-884D-720BCF6B4D08}" srcOrd="0" destOrd="0" presId="urn:microsoft.com/office/officeart/2005/8/layout/target3"/>
    <dgm:cxn modelId="{6C09BED1-F9DA-447B-AC48-BBF99574DA76}" srcId="{46EBE982-FB37-469F-9BB6-F4891E2C23A1}" destId="{37393E2E-E44D-4690-973D-FDDE031DD5D7}" srcOrd="2" destOrd="0" parTransId="{4A9C44D9-918B-45EC-A614-A4EC1C03D70D}" sibTransId="{D6F4A8B3-1559-41D4-A9A5-68E06CD5A2BE}"/>
    <dgm:cxn modelId="{3DEB59F0-7F2E-40EA-81D6-1D6541E46991}" type="presParOf" srcId="{F70A1875-378D-4FD7-92A6-69B6C75F5987}" destId="{A388EFD3-0D73-4E59-A892-4DAB4CC523E0}" srcOrd="0" destOrd="0" presId="urn:microsoft.com/office/officeart/2005/8/layout/target3"/>
    <dgm:cxn modelId="{65D83E6D-943C-4F21-8598-289A9C32774F}" type="presParOf" srcId="{F70A1875-378D-4FD7-92A6-69B6C75F5987}" destId="{95E85F3A-9AC6-43A0-9ADA-15F28B702DAE}" srcOrd="1" destOrd="0" presId="urn:microsoft.com/office/officeart/2005/8/layout/target3"/>
    <dgm:cxn modelId="{59FE1027-C219-48DC-8816-26BD9C87ADDA}" type="presParOf" srcId="{F70A1875-378D-4FD7-92A6-69B6C75F5987}" destId="{839FF539-0483-4FED-884D-720BCF6B4D08}" srcOrd="2" destOrd="0" presId="urn:microsoft.com/office/officeart/2005/8/layout/target3"/>
    <dgm:cxn modelId="{1162B6C3-553C-4068-92C4-B066D800772C}" type="presParOf" srcId="{F70A1875-378D-4FD7-92A6-69B6C75F5987}" destId="{F58F62D7-A28F-4A04-B57E-E1EAC34E5643}" srcOrd="3" destOrd="0" presId="urn:microsoft.com/office/officeart/2005/8/layout/target3"/>
    <dgm:cxn modelId="{5DDD823A-D09D-4354-A56E-98BC29B0D345}" type="presParOf" srcId="{F70A1875-378D-4FD7-92A6-69B6C75F5987}" destId="{0E62C701-BB6A-433C-A996-A532B5A982C4}" srcOrd="4" destOrd="0" presId="urn:microsoft.com/office/officeart/2005/8/layout/target3"/>
    <dgm:cxn modelId="{F7E1FE07-796C-498C-BDF0-5119B94A18A0}" type="presParOf" srcId="{F70A1875-378D-4FD7-92A6-69B6C75F5987}" destId="{DB6A70B9-E43C-4EBD-BD48-45B4B3A64618}" srcOrd="5" destOrd="0" presId="urn:microsoft.com/office/officeart/2005/8/layout/target3"/>
    <dgm:cxn modelId="{9464C344-3B3A-4E2C-B33E-90C6BF26D00A}" type="presParOf" srcId="{F70A1875-378D-4FD7-92A6-69B6C75F5987}" destId="{2C671DEF-4B5D-424B-AAFE-026FECBE5784}" srcOrd="6" destOrd="0" presId="urn:microsoft.com/office/officeart/2005/8/layout/target3"/>
    <dgm:cxn modelId="{D9F96171-DBCD-4A6E-978D-938736633225}" type="presParOf" srcId="{F70A1875-378D-4FD7-92A6-69B6C75F5987}" destId="{F1204CDD-4C3D-42D2-B53E-E71BEAF733A9}" srcOrd="7" destOrd="0" presId="urn:microsoft.com/office/officeart/2005/8/layout/target3"/>
    <dgm:cxn modelId="{83B996A5-B891-4E6A-939F-3C831ED3C039}" type="presParOf" srcId="{F70A1875-378D-4FD7-92A6-69B6C75F5987}" destId="{E0850360-C0CB-43D2-9D1F-8977AA005C2C}" srcOrd="8" destOrd="0" presId="urn:microsoft.com/office/officeart/2005/8/layout/target3"/>
    <dgm:cxn modelId="{FFACE926-42FC-4437-ACB2-E9F4A7F485FF}" type="presParOf" srcId="{F70A1875-378D-4FD7-92A6-69B6C75F5987}" destId="{2DEB5156-01C8-4DAF-BB6B-5785DFD8739D}" srcOrd="9" destOrd="0" presId="urn:microsoft.com/office/officeart/2005/8/layout/target3"/>
    <dgm:cxn modelId="{EF6A1A8C-48D1-4472-837E-B512865340B3}" type="presParOf" srcId="{F70A1875-378D-4FD7-92A6-69B6C75F5987}" destId="{2E3B3BE8-A9CB-46D0-B548-63518059EE53}" srcOrd="10" destOrd="0" presId="urn:microsoft.com/office/officeart/2005/8/layout/target3"/>
    <dgm:cxn modelId="{5E31368C-0C72-4484-BBCC-DDD34958520B}" type="presParOf" srcId="{F70A1875-378D-4FD7-92A6-69B6C75F5987}" destId="{ECD30BF8-538F-4380-8399-3881AA451105}" srcOrd="11" destOrd="0" presId="urn:microsoft.com/office/officeart/2005/8/layout/target3"/>
    <dgm:cxn modelId="{55266B21-0B0B-4837-A213-277546F4A4EA}" type="presParOf" srcId="{F70A1875-378D-4FD7-92A6-69B6C75F5987}" destId="{7A1C6C8B-E3EE-4283-A296-654F0D0D4F9C}" srcOrd="12" destOrd="0" presId="urn:microsoft.com/office/officeart/2005/8/layout/target3"/>
    <dgm:cxn modelId="{62831CFF-2402-4E1A-94F8-161DB880A499}" type="presParOf" srcId="{F70A1875-378D-4FD7-92A6-69B6C75F5987}" destId="{40CA62B7-742A-426E-AC8B-B883B53E8801}" srcOrd="13" destOrd="0" presId="urn:microsoft.com/office/officeart/2005/8/layout/target3"/>
    <dgm:cxn modelId="{8EA38E8D-9BFD-408E-A452-32703601B754}" type="presParOf" srcId="{F70A1875-378D-4FD7-92A6-69B6C75F5987}" destId="{8A33BD02-B05C-4394-BD8A-0C577DF27180}" srcOrd="14" destOrd="0" presId="urn:microsoft.com/office/officeart/2005/8/layout/target3"/>
    <dgm:cxn modelId="{BB4B7623-F6C5-46D2-8AE9-66A61AFE5242}" type="presParOf" srcId="{F70A1875-378D-4FD7-92A6-69B6C75F5987}" destId="{783A9E33-0EBA-4AC6-96CC-674867EB581F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2AB89F-DA36-4AE5-ABA9-90A389719ED1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ACBFB5F-75CB-47A2-BB78-679000800B9E}">
      <dgm:prSet/>
      <dgm:spPr/>
      <dgm:t>
        <a:bodyPr/>
        <a:lstStyle/>
        <a:p>
          <a:r>
            <a:rPr lang="en-IN" dirty="0"/>
            <a:t>Conclusion :</a:t>
          </a:r>
        </a:p>
      </dgm:t>
    </dgm:pt>
    <dgm:pt modelId="{4941C227-EACF-420D-A82E-B85C4C09EF42}" type="parTrans" cxnId="{365DFD2F-6C9E-477C-B9AA-DA3AFB4B76C6}">
      <dgm:prSet/>
      <dgm:spPr/>
      <dgm:t>
        <a:bodyPr/>
        <a:lstStyle/>
        <a:p>
          <a:endParaRPr lang="en-IN"/>
        </a:p>
      </dgm:t>
    </dgm:pt>
    <dgm:pt modelId="{D7B9572D-CA45-4BB8-92B7-D8EF1CFF808E}" type="sibTrans" cxnId="{365DFD2F-6C9E-477C-B9AA-DA3AFB4B76C6}">
      <dgm:prSet/>
      <dgm:spPr/>
      <dgm:t>
        <a:bodyPr/>
        <a:lstStyle/>
        <a:p>
          <a:endParaRPr lang="en-IN"/>
        </a:p>
      </dgm:t>
    </dgm:pt>
    <dgm:pt modelId="{079DC66A-C401-4E7B-8665-CE09B70C57E3}">
      <dgm:prSet/>
      <dgm:spPr/>
      <dgm:t>
        <a:bodyPr/>
        <a:lstStyle/>
        <a:p>
          <a:r>
            <a:rPr lang="en-IN" dirty="0"/>
            <a:t>Positive values (closer to +1) show strong positive correlation,* negative values (closer to −1) show strong negative correlation, and * values near 0 indicate weak or no relationship.* Darker or stronger </a:t>
          </a:r>
          <a:r>
            <a:rPr lang="en-IN" dirty="0" err="1"/>
            <a:t>colors</a:t>
          </a:r>
          <a:r>
            <a:rPr lang="en-IN" dirty="0"/>
            <a:t> show higher correlation, while lighter </a:t>
          </a:r>
          <a:r>
            <a:rPr lang="en-IN" dirty="0" err="1"/>
            <a:t>colors</a:t>
          </a:r>
          <a:r>
            <a:rPr lang="en-IN" dirty="0"/>
            <a:t> indicate weaker relationships.* From the heatmap, we can observe that:  * Some weather variables show clear patterns, such as wind, gust, temperature, and humidity having noticeable </a:t>
          </a:r>
          <a:r>
            <a:rPr lang="en-IN" dirty="0" err="1"/>
            <a:t>color</a:t>
          </a:r>
          <a:r>
            <a:rPr lang="en-IN" dirty="0"/>
            <a:t> gradients.  * Other variables show very weak or almost no correlation, as indicated by very light shades.  * Overall, the heatmap provides a quick visual understanding of which numerical features move together and which behave independently.</a:t>
          </a:r>
        </a:p>
      </dgm:t>
    </dgm:pt>
    <dgm:pt modelId="{F874181F-E9E4-47DB-83C3-D01F56E85AEE}" type="parTrans" cxnId="{AF18DF22-57B3-4C76-B37F-306DC31889D0}">
      <dgm:prSet/>
      <dgm:spPr/>
      <dgm:t>
        <a:bodyPr/>
        <a:lstStyle/>
        <a:p>
          <a:endParaRPr lang="en-IN"/>
        </a:p>
      </dgm:t>
    </dgm:pt>
    <dgm:pt modelId="{2C566D56-30A0-47A4-8548-882AA87529BB}" type="sibTrans" cxnId="{AF18DF22-57B3-4C76-B37F-306DC31889D0}">
      <dgm:prSet/>
      <dgm:spPr/>
      <dgm:t>
        <a:bodyPr/>
        <a:lstStyle/>
        <a:p>
          <a:endParaRPr lang="en-IN"/>
        </a:p>
      </dgm:t>
    </dgm:pt>
    <dgm:pt modelId="{55C05590-0B9E-4DE7-A29E-282896872DF0}" type="pres">
      <dgm:prSet presAssocID="{3F2AB89F-DA36-4AE5-ABA9-90A389719ED1}" presName="Name0" presStyleCnt="0">
        <dgm:presLayoutVars>
          <dgm:dir/>
          <dgm:animLvl val="lvl"/>
          <dgm:resizeHandles val="exact"/>
        </dgm:presLayoutVars>
      </dgm:prSet>
      <dgm:spPr/>
    </dgm:pt>
    <dgm:pt modelId="{A59727DD-E159-45DB-932A-C75D92C27D30}" type="pres">
      <dgm:prSet presAssocID="{079DC66A-C401-4E7B-8665-CE09B70C57E3}" presName="boxAndChildren" presStyleCnt="0"/>
      <dgm:spPr/>
    </dgm:pt>
    <dgm:pt modelId="{947ADDD7-AAE5-49DB-827D-1E017BE8B675}" type="pres">
      <dgm:prSet presAssocID="{079DC66A-C401-4E7B-8665-CE09B70C57E3}" presName="parentTextBox" presStyleLbl="node1" presStyleIdx="0" presStyleCnt="2"/>
      <dgm:spPr/>
    </dgm:pt>
    <dgm:pt modelId="{5F167284-135D-42FE-A0DE-D970AEC5B191}" type="pres">
      <dgm:prSet presAssocID="{D7B9572D-CA45-4BB8-92B7-D8EF1CFF808E}" presName="sp" presStyleCnt="0"/>
      <dgm:spPr/>
    </dgm:pt>
    <dgm:pt modelId="{CE8AEDC0-257B-49E5-A57D-B0D8B9F6932F}" type="pres">
      <dgm:prSet presAssocID="{4ACBFB5F-75CB-47A2-BB78-679000800B9E}" presName="arrowAndChildren" presStyleCnt="0"/>
      <dgm:spPr/>
    </dgm:pt>
    <dgm:pt modelId="{EDF951C7-78FC-4C5B-8AF8-765E55796047}" type="pres">
      <dgm:prSet presAssocID="{4ACBFB5F-75CB-47A2-BB78-679000800B9E}" presName="parentTextArrow" presStyleLbl="node1" presStyleIdx="1" presStyleCnt="2" custScaleY="17815"/>
      <dgm:spPr/>
    </dgm:pt>
  </dgm:ptLst>
  <dgm:cxnLst>
    <dgm:cxn modelId="{3A628102-B7F2-4FB4-9F39-FAEBC74BD96E}" type="presOf" srcId="{4ACBFB5F-75CB-47A2-BB78-679000800B9E}" destId="{EDF951C7-78FC-4C5B-8AF8-765E55796047}" srcOrd="0" destOrd="0" presId="urn:microsoft.com/office/officeart/2005/8/layout/process4"/>
    <dgm:cxn modelId="{AF18DF22-57B3-4C76-B37F-306DC31889D0}" srcId="{3F2AB89F-DA36-4AE5-ABA9-90A389719ED1}" destId="{079DC66A-C401-4E7B-8665-CE09B70C57E3}" srcOrd="1" destOrd="0" parTransId="{F874181F-E9E4-47DB-83C3-D01F56E85AEE}" sibTransId="{2C566D56-30A0-47A4-8548-882AA87529BB}"/>
    <dgm:cxn modelId="{365DFD2F-6C9E-477C-B9AA-DA3AFB4B76C6}" srcId="{3F2AB89F-DA36-4AE5-ABA9-90A389719ED1}" destId="{4ACBFB5F-75CB-47A2-BB78-679000800B9E}" srcOrd="0" destOrd="0" parTransId="{4941C227-EACF-420D-A82E-B85C4C09EF42}" sibTransId="{D7B9572D-CA45-4BB8-92B7-D8EF1CFF808E}"/>
    <dgm:cxn modelId="{C6839165-7FA7-4A77-BEC4-662BFBA32EB3}" type="presOf" srcId="{079DC66A-C401-4E7B-8665-CE09B70C57E3}" destId="{947ADDD7-AAE5-49DB-827D-1E017BE8B675}" srcOrd="0" destOrd="0" presId="urn:microsoft.com/office/officeart/2005/8/layout/process4"/>
    <dgm:cxn modelId="{0F149450-BE55-4C1C-8BCC-CE4B6ED7310F}" type="presOf" srcId="{3F2AB89F-DA36-4AE5-ABA9-90A389719ED1}" destId="{55C05590-0B9E-4DE7-A29E-282896872DF0}" srcOrd="0" destOrd="0" presId="urn:microsoft.com/office/officeart/2005/8/layout/process4"/>
    <dgm:cxn modelId="{89138793-8761-442D-BD61-D3EDB713A185}" type="presParOf" srcId="{55C05590-0B9E-4DE7-A29E-282896872DF0}" destId="{A59727DD-E159-45DB-932A-C75D92C27D30}" srcOrd="0" destOrd="0" presId="urn:microsoft.com/office/officeart/2005/8/layout/process4"/>
    <dgm:cxn modelId="{7AF90C42-5869-4A62-85FF-E841946CBA6E}" type="presParOf" srcId="{A59727DD-E159-45DB-932A-C75D92C27D30}" destId="{947ADDD7-AAE5-49DB-827D-1E017BE8B675}" srcOrd="0" destOrd="0" presId="urn:microsoft.com/office/officeart/2005/8/layout/process4"/>
    <dgm:cxn modelId="{2F37D8DB-7704-40F1-96BD-60CB2FA9780D}" type="presParOf" srcId="{55C05590-0B9E-4DE7-A29E-282896872DF0}" destId="{5F167284-135D-42FE-A0DE-D970AEC5B191}" srcOrd="1" destOrd="0" presId="urn:microsoft.com/office/officeart/2005/8/layout/process4"/>
    <dgm:cxn modelId="{0D66A59A-EAB1-4867-825B-64163C316B22}" type="presParOf" srcId="{55C05590-0B9E-4DE7-A29E-282896872DF0}" destId="{CE8AEDC0-257B-49E5-A57D-B0D8B9F6932F}" srcOrd="2" destOrd="0" presId="urn:microsoft.com/office/officeart/2005/8/layout/process4"/>
    <dgm:cxn modelId="{1BE4D37A-593B-469C-9A31-DC21BF2C8D1D}" type="presParOf" srcId="{CE8AEDC0-257B-49E5-A57D-B0D8B9F6932F}" destId="{EDF951C7-78FC-4C5B-8AF8-765E5579604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3544F7-6E69-43D1-AB0B-C80A57D592A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D25896B-E135-4470-ACAB-CE9E2A0FEAC3}">
      <dgm:prSet/>
      <dgm:spPr/>
      <dgm:t>
        <a:bodyPr/>
        <a:lstStyle/>
        <a:p>
          <a:r>
            <a:rPr lang="en-IN"/>
            <a:t>Conclusion :</a:t>
          </a:r>
        </a:p>
      </dgm:t>
    </dgm:pt>
    <dgm:pt modelId="{5A9E7795-0CA5-47E9-BA58-96E99EEBCA34}" type="parTrans" cxnId="{DFC69C79-87E1-4345-94A3-B3B119163DA3}">
      <dgm:prSet/>
      <dgm:spPr/>
      <dgm:t>
        <a:bodyPr/>
        <a:lstStyle/>
        <a:p>
          <a:endParaRPr lang="en-IN"/>
        </a:p>
      </dgm:t>
    </dgm:pt>
    <dgm:pt modelId="{F4D65F7E-CF70-46BA-B268-222D25D13435}" type="sibTrans" cxnId="{DFC69C79-87E1-4345-94A3-B3B119163DA3}">
      <dgm:prSet/>
      <dgm:spPr/>
      <dgm:t>
        <a:bodyPr/>
        <a:lstStyle/>
        <a:p>
          <a:endParaRPr lang="en-IN"/>
        </a:p>
      </dgm:t>
    </dgm:pt>
    <dgm:pt modelId="{D8CF8615-C745-4748-B183-EA1EC777AC00}">
      <dgm:prSet/>
      <dgm:spPr/>
      <dgm:t>
        <a:bodyPr/>
        <a:lstStyle/>
        <a:p>
          <a:r>
            <a:rPr lang="en-IN"/>
            <a:t>The pie chart shows the percentage of total weather readings recorded from each state.</a:t>
          </a:r>
        </a:p>
      </dgm:t>
    </dgm:pt>
    <dgm:pt modelId="{FA382C4E-0182-41B6-9CFC-9000D30D8EA3}" type="parTrans" cxnId="{FE87C7CC-115E-41CF-97B3-68C3FA0F153C}">
      <dgm:prSet/>
      <dgm:spPr/>
      <dgm:t>
        <a:bodyPr/>
        <a:lstStyle/>
        <a:p>
          <a:endParaRPr lang="en-IN"/>
        </a:p>
      </dgm:t>
    </dgm:pt>
    <dgm:pt modelId="{C2DF5A66-0D52-401A-87A6-315DFD23268C}" type="sibTrans" cxnId="{FE87C7CC-115E-41CF-97B3-68C3FA0F153C}">
      <dgm:prSet/>
      <dgm:spPr/>
      <dgm:t>
        <a:bodyPr/>
        <a:lstStyle/>
        <a:p>
          <a:endParaRPr lang="en-IN"/>
        </a:p>
      </dgm:t>
    </dgm:pt>
    <dgm:pt modelId="{43409757-B818-43E3-AB77-F707C10E2D18}">
      <dgm:prSet/>
      <dgm:spPr/>
      <dgm:t>
        <a:bodyPr/>
        <a:lstStyle/>
        <a:p>
          <a:r>
            <a:rPr lang="en-IN"/>
            <a:t>It helps identify which state contributes the highest number of data points and how the rest compare proportionally.</a:t>
          </a:r>
        </a:p>
      </dgm:t>
    </dgm:pt>
    <dgm:pt modelId="{FDE4BB2D-6F7C-4ED7-86A8-7FF5ECC1609F}" type="parTrans" cxnId="{55A76461-F1B1-4A8A-A425-4B857641819F}">
      <dgm:prSet/>
      <dgm:spPr/>
      <dgm:t>
        <a:bodyPr/>
        <a:lstStyle/>
        <a:p>
          <a:endParaRPr lang="en-IN"/>
        </a:p>
      </dgm:t>
    </dgm:pt>
    <dgm:pt modelId="{F3AF1D9C-E428-4201-B5C7-ED9703F9A940}" type="sibTrans" cxnId="{55A76461-F1B1-4A8A-A425-4B857641819F}">
      <dgm:prSet/>
      <dgm:spPr/>
      <dgm:t>
        <a:bodyPr/>
        <a:lstStyle/>
        <a:p>
          <a:endParaRPr lang="en-IN"/>
        </a:p>
      </dgm:t>
    </dgm:pt>
    <dgm:pt modelId="{ACAD5CEC-052C-45C3-9F33-BD2D5C3EE964}" type="pres">
      <dgm:prSet presAssocID="{A63544F7-6E69-43D1-AB0B-C80A57D592A5}" presName="linearFlow" presStyleCnt="0">
        <dgm:presLayoutVars>
          <dgm:dir/>
          <dgm:resizeHandles val="exact"/>
        </dgm:presLayoutVars>
      </dgm:prSet>
      <dgm:spPr/>
    </dgm:pt>
    <dgm:pt modelId="{6BA0233C-E7BC-4CD9-A08E-14747EF8E6CD}" type="pres">
      <dgm:prSet presAssocID="{6D25896B-E135-4470-ACAB-CE9E2A0FEAC3}" presName="composite" presStyleCnt="0"/>
      <dgm:spPr/>
    </dgm:pt>
    <dgm:pt modelId="{6217C523-0F0C-4C8F-989E-40AF83488F94}" type="pres">
      <dgm:prSet presAssocID="{6D25896B-E135-4470-ACAB-CE9E2A0FEAC3}" presName="imgShp" presStyleLbl="fgImgPlace1" presStyleIdx="0" presStyleCnt="3"/>
      <dgm:spPr/>
    </dgm:pt>
    <dgm:pt modelId="{2C28033E-BF43-48EA-9150-94E2171A10F1}" type="pres">
      <dgm:prSet presAssocID="{6D25896B-E135-4470-ACAB-CE9E2A0FEAC3}" presName="txShp" presStyleLbl="node1" presStyleIdx="0" presStyleCnt="3">
        <dgm:presLayoutVars>
          <dgm:bulletEnabled val="1"/>
        </dgm:presLayoutVars>
      </dgm:prSet>
      <dgm:spPr/>
    </dgm:pt>
    <dgm:pt modelId="{E868B285-B92D-4BF6-8B5D-0E315D55E13F}" type="pres">
      <dgm:prSet presAssocID="{F4D65F7E-CF70-46BA-B268-222D25D13435}" presName="spacing" presStyleCnt="0"/>
      <dgm:spPr/>
    </dgm:pt>
    <dgm:pt modelId="{B599CFFC-47EE-4DBD-9E59-BD00E350A947}" type="pres">
      <dgm:prSet presAssocID="{D8CF8615-C745-4748-B183-EA1EC777AC00}" presName="composite" presStyleCnt="0"/>
      <dgm:spPr/>
    </dgm:pt>
    <dgm:pt modelId="{958DD909-F8DD-4C2A-8558-A50BDC3AA0F4}" type="pres">
      <dgm:prSet presAssocID="{D8CF8615-C745-4748-B183-EA1EC777AC00}" presName="imgShp" presStyleLbl="fgImgPlace1" presStyleIdx="1" presStyleCnt="3"/>
      <dgm:spPr/>
    </dgm:pt>
    <dgm:pt modelId="{96E17A3F-5391-49E9-8AAC-3FF1A0D1C745}" type="pres">
      <dgm:prSet presAssocID="{D8CF8615-C745-4748-B183-EA1EC777AC00}" presName="txShp" presStyleLbl="node1" presStyleIdx="1" presStyleCnt="3" custLinFactNeighborY="-5296">
        <dgm:presLayoutVars>
          <dgm:bulletEnabled val="1"/>
        </dgm:presLayoutVars>
      </dgm:prSet>
      <dgm:spPr/>
    </dgm:pt>
    <dgm:pt modelId="{C8297038-3E8C-4F95-9EAB-38CF36481A2F}" type="pres">
      <dgm:prSet presAssocID="{C2DF5A66-0D52-401A-87A6-315DFD23268C}" presName="spacing" presStyleCnt="0"/>
      <dgm:spPr/>
    </dgm:pt>
    <dgm:pt modelId="{50750A1D-5E32-429A-8B2B-16FF47BB6F5F}" type="pres">
      <dgm:prSet presAssocID="{43409757-B818-43E3-AB77-F707C10E2D18}" presName="composite" presStyleCnt="0"/>
      <dgm:spPr/>
    </dgm:pt>
    <dgm:pt modelId="{32D7F79E-016C-45A7-9CE1-161C0C25E54E}" type="pres">
      <dgm:prSet presAssocID="{43409757-B818-43E3-AB77-F707C10E2D18}" presName="imgShp" presStyleLbl="fgImgPlace1" presStyleIdx="2" presStyleCnt="3"/>
      <dgm:spPr/>
    </dgm:pt>
    <dgm:pt modelId="{D90D0D2E-E1E1-4864-BC26-13C130C1AC3B}" type="pres">
      <dgm:prSet presAssocID="{43409757-B818-43E3-AB77-F707C10E2D18}" presName="txShp" presStyleLbl="node1" presStyleIdx="2" presStyleCnt="3">
        <dgm:presLayoutVars>
          <dgm:bulletEnabled val="1"/>
        </dgm:presLayoutVars>
      </dgm:prSet>
      <dgm:spPr/>
    </dgm:pt>
  </dgm:ptLst>
  <dgm:cxnLst>
    <dgm:cxn modelId="{8B383301-98E5-44BA-B636-86C411B9350A}" type="presOf" srcId="{D8CF8615-C745-4748-B183-EA1EC777AC00}" destId="{96E17A3F-5391-49E9-8AAC-3FF1A0D1C745}" srcOrd="0" destOrd="0" presId="urn:microsoft.com/office/officeart/2005/8/layout/vList3"/>
    <dgm:cxn modelId="{55A76461-F1B1-4A8A-A425-4B857641819F}" srcId="{A63544F7-6E69-43D1-AB0B-C80A57D592A5}" destId="{43409757-B818-43E3-AB77-F707C10E2D18}" srcOrd="2" destOrd="0" parTransId="{FDE4BB2D-6F7C-4ED7-86A8-7FF5ECC1609F}" sibTransId="{F3AF1D9C-E428-4201-B5C7-ED9703F9A940}"/>
    <dgm:cxn modelId="{DFC69C79-87E1-4345-94A3-B3B119163DA3}" srcId="{A63544F7-6E69-43D1-AB0B-C80A57D592A5}" destId="{6D25896B-E135-4470-ACAB-CE9E2A0FEAC3}" srcOrd="0" destOrd="0" parTransId="{5A9E7795-0CA5-47E9-BA58-96E99EEBCA34}" sibTransId="{F4D65F7E-CF70-46BA-B268-222D25D13435}"/>
    <dgm:cxn modelId="{2F4698B0-DE5D-4EBF-8DA3-18489F98E1B5}" type="presOf" srcId="{43409757-B818-43E3-AB77-F707C10E2D18}" destId="{D90D0D2E-E1E1-4864-BC26-13C130C1AC3B}" srcOrd="0" destOrd="0" presId="urn:microsoft.com/office/officeart/2005/8/layout/vList3"/>
    <dgm:cxn modelId="{FE87C7CC-115E-41CF-97B3-68C3FA0F153C}" srcId="{A63544F7-6E69-43D1-AB0B-C80A57D592A5}" destId="{D8CF8615-C745-4748-B183-EA1EC777AC00}" srcOrd="1" destOrd="0" parTransId="{FA382C4E-0182-41B6-9CFC-9000D30D8EA3}" sibTransId="{C2DF5A66-0D52-401A-87A6-315DFD23268C}"/>
    <dgm:cxn modelId="{7F2AD7E2-CECD-42BF-8405-718DCACF5792}" type="presOf" srcId="{A63544F7-6E69-43D1-AB0B-C80A57D592A5}" destId="{ACAD5CEC-052C-45C3-9F33-BD2D5C3EE964}" srcOrd="0" destOrd="0" presId="urn:microsoft.com/office/officeart/2005/8/layout/vList3"/>
    <dgm:cxn modelId="{B69A16FD-D5C5-42CC-93B8-997D6B548C7A}" type="presOf" srcId="{6D25896B-E135-4470-ACAB-CE9E2A0FEAC3}" destId="{2C28033E-BF43-48EA-9150-94E2171A10F1}" srcOrd="0" destOrd="0" presId="urn:microsoft.com/office/officeart/2005/8/layout/vList3"/>
    <dgm:cxn modelId="{025658C0-20EE-4AAF-A016-D8756E07083A}" type="presParOf" srcId="{ACAD5CEC-052C-45C3-9F33-BD2D5C3EE964}" destId="{6BA0233C-E7BC-4CD9-A08E-14747EF8E6CD}" srcOrd="0" destOrd="0" presId="urn:microsoft.com/office/officeart/2005/8/layout/vList3"/>
    <dgm:cxn modelId="{4B5A6CCE-0557-4FC0-8388-B02A6C2DCC12}" type="presParOf" srcId="{6BA0233C-E7BC-4CD9-A08E-14747EF8E6CD}" destId="{6217C523-0F0C-4C8F-989E-40AF83488F94}" srcOrd="0" destOrd="0" presId="urn:microsoft.com/office/officeart/2005/8/layout/vList3"/>
    <dgm:cxn modelId="{3A730215-DDD4-4604-ADFA-B048DC4CE86E}" type="presParOf" srcId="{6BA0233C-E7BC-4CD9-A08E-14747EF8E6CD}" destId="{2C28033E-BF43-48EA-9150-94E2171A10F1}" srcOrd="1" destOrd="0" presId="urn:microsoft.com/office/officeart/2005/8/layout/vList3"/>
    <dgm:cxn modelId="{A8E587FC-406F-4472-8D54-CCD3AC83A39E}" type="presParOf" srcId="{ACAD5CEC-052C-45C3-9F33-BD2D5C3EE964}" destId="{E868B285-B92D-4BF6-8B5D-0E315D55E13F}" srcOrd="1" destOrd="0" presId="urn:microsoft.com/office/officeart/2005/8/layout/vList3"/>
    <dgm:cxn modelId="{EC141280-E1A1-4553-B56B-22962B88DF27}" type="presParOf" srcId="{ACAD5CEC-052C-45C3-9F33-BD2D5C3EE964}" destId="{B599CFFC-47EE-4DBD-9E59-BD00E350A947}" srcOrd="2" destOrd="0" presId="urn:microsoft.com/office/officeart/2005/8/layout/vList3"/>
    <dgm:cxn modelId="{4DB361A5-9EFA-4217-8F7E-DF64C83A5411}" type="presParOf" srcId="{B599CFFC-47EE-4DBD-9E59-BD00E350A947}" destId="{958DD909-F8DD-4C2A-8558-A50BDC3AA0F4}" srcOrd="0" destOrd="0" presId="urn:microsoft.com/office/officeart/2005/8/layout/vList3"/>
    <dgm:cxn modelId="{AC129627-2657-4EB8-8E15-5069EF630E7B}" type="presParOf" srcId="{B599CFFC-47EE-4DBD-9E59-BD00E350A947}" destId="{96E17A3F-5391-49E9-8AAC-3FF1A0D1C745}" srcOrd="1" destOrd="0" presId="urn:microsoft.com/office/officeart/2005/8/layout/vList3"/>
    <dgm:cxn modelId="{36280C10-D6DF-4C0C-8BDF-51F2EF945B50}" type="presParOf" srcId="{ACAD5CEC-052C-45C3-9F33-BD2D5C3EE964}" destId="{C8297038-3E8C-4F95-9EAB-38CF36481A2F}" srcOrd="3" destOrd="0" presId="urn:microsoft.com/office/officeart/2005/8/layout/vList3"/>
    <dgm:cxn modelId="{69CFD381-0AA8-4F28-966F-BD2F44022969}" type="presParOf" srcId="{ACAD5CEC-052C-45C3-9F33-BD2D5C3EE964}" destId="{50750A1D-5E32-429A-8B2B-16FF47BB6F5F}" srcOrd="4" destOrd="0" presId="urn:microsoft.com/office/officeart/2005/8/layout/vList3"/>
    <dgm:cxn modelId="{3F35C3E1-00B9-4137-BFC5-E24F51A45108}" type="presParOf" srcId="{50750A1D-5E32-429A-8B2B-16FF47BB6F5F}" destId="{32D7F79E-016C-45A7-9CE1-161C0C25E54E}" srcOrd="0" destOrd="0" presId="urn:microsoft.com/office/officeart/2005/8/layout/vList3"/>
    <dgm:cxn modelId="{562A59A9-FA87-43FF-B266-774BB32FF67E}" type="presParOf" srcId="{50750A1D-5E32-429A-8B2B-16FF47BB6F5F}" destId="{D90D0D2E-E1E1-4864-BC26-13C130C1AC3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A251E2-7DD5-451D-ADA0-937580569FA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0460F6-1EF1-4891-AC40-266EE903FF38}">
      <dgm:prSet/>
      <dgm:spPr/>
      <dgm:t>
        <a:bodyPr/>
        <a:lstStyle/>
        <a:p>
          <a:r>
            <a:rPr lang="en-IN" dirty="0"/>
            <a:t>Conclusion :</a:t>
          </a:r>
        </a:p>
      </dgm:t>
    </dgm:pt>
    <dgm:pt modelId="{14593DB8-A312-4E56-93A1-7AAC4830ED0B}" type="parTrans" cxnId="{869FFFEA-02DC-45DE-8033-0B343AA632E4}">
      <dgm:prSet/>
      <dgm:spPr/>
      <dgm:t>
        <a:bodyPr/>
        <a:lstStyle/>
        <a:p>
          <a:endParaRPr lang="en-IN"/>
        </a:p>
      </dgm:t>
    </dgm:pt>
    <dgm:pt modelId="{43C472F4-5D82-4D8C-888A-4F799FB022FF}" type="sibTrans" cxnId="{869FFFEA-02DC-45DE-8033-0B343AA632E4}">
      <dgm:prSet/>
      <dgm:spPr/>
      <dgm:t>
        <a:bodyPr/>
        <a:lstStyle/>
        <a:p>
          <a:endParaRPr lang="en-IN"/>
        </a:p>
      </dgm:t>
    </dgm:pt>
    <dgm:pt modelId="{65CA80CC-9CAC-4B36-8916-1440416D28ED}">
      <dgm:prSet/>
      <dgm:spPr/>
      <dgm:t>
        <a:bodyPr/>
        <a:lstStyle/>
        <a:p>
          <a:r>
            <a:rPr lang="en-IN"/>
            <a:t>There is no strong correlation between temperature, humidity, and wind speed.</a:t>
          </a:r>
        </a:p>
      </dgm:t>
    </dgm:pt>
    <dgm:pt modelId="{8E36D67A-5D59-467C-96CA-19F6E316C564}" type="parTrans" cxnId="{B210E43E-4A95-48EA-8219-8E9BFC569DBC}">
      <dgm:prSet/>
      <dgm:spPr/>
      <dgm:t>
        <a:bodyPr/>
        <a:lstStyle/>
        <a:p>
          <a:endParaRPr lang="en-IN"/>
        </a:p>
      </dgm:t>
    </dgm:pt>
    <dgm:pt modelId="{6958F2F4-E19F-4E9C-A5EC-0AA1215CDA67}" type="sibTrans" cxnId="{B210E43E-4A95-48EA-8219-8E9BFC569DBC}">
      <dgm:prSet/>
      <dgm:spPr/>
      <dgm:t>
        <a:bodyPr/>
        <a:lstStyle/>
        <a:p>
          <a:endParaRPr lang="en-IN"/>
        </a:p>
      </dgm:t>
    </dgm:pt>
    <dgm:pt modelId="{E5ADD844-E0AE-474F-AC8D-FCA9419490EE}">
      <dgm:prSet/>
      <dgm:spPr/>
      <dgm:t>
        <a:bodyPr/>
        <a:lstStyle/>
        <a:p>
          <a:r>
            <a:rPr lang="en-IN" dirty="0"/>
            <a:t>Each variable changes independently: </a:t>
          </a:r>
        </a:p>
      </dgm:t>
    </dgm:pt>
    <dgm:pt modelId="{4B226504-F82C-4ED4-93D4-337982E40C97}" type="parTrans" cxnId="{2797EEBC-EAA7-4314-B797-0EE1927F8237}">
      <dgm:prSet/>
      <dgm:spPr/>
      <dgm:t>
        <a:bodyPr/>
        <a:lstStyle/>
        <a:p>
          <a:endParaRPr lang="en-IN"/>
        </a:p>
      </dgm:t>
    </dgm:pt>
    <dgm:pt modelId="{58933E7D-DC80-4952-B3BC-3A40D3F79CC9}" type="sibTrans" cxnId="{2797EEBC-EAA7-4314-B797-0EE1927F8237}">
      <dgm:prSet/>
      <dgm:spPr/>
      <dgm:t>
        <a:bodyPr/>
        <a:lstStyle/>
        <a:p>
          <a:endParaRPr lang="en-IN"/>
        </a:p>
      </dgm:t>
    </dgm:pt>
    <dgm:pt modelId="{163411F2-B34E-41BE-9BEB-F589DCB8A48D}">
      <dgm:prSet/>
      <dgm:spPr/>
      <dgm:t>
        <a:bodyPr/>
        <a:lstStyle/>
        <a:p>
          <a:r>
            <a:rPr lang="en-IN"/>
            <a:t>Temperature and humidity do not move together strongly. </a:t>
          </a:r>
        </a:p>
      </dgm:t>
    </dgm:pt>
    <dgm:pt modelId="{26D34267-A22F-4196-8FCF-3C0C5AA0422D}" type="parTrans" cxnId="{26F68F73-872F-459D-9AB9-91A843E373E1}">
      <dgm:prSet/>
      <dgm:spPr/>
      <dgm:t>
        <a:bodyPr/>
        <a:lstStyle/>
        <a:p>
          <a:endParaRPr lang="en-IN"/>
        </a:p>
      </dgm:t>
    </dgm:pt>
    <dgm:pt modelId="{4FAC7ED4-7EB3-4CCF-9BF0-460BC70A8628}" type="sibTrans" cxnId="{26F68F73-872F-459D-9AB9-91A843E373E1}">
      <dgm:prSet/>
      <dgm:spPr/>
      <dgm:t>
        <a:bodyPr/>
        <a:lstStyle/>
        <a:p>
          <a:endParaRPr lang="en-IN"/>
        </a:p>
      </dgm:t>
    </dgm:pt>
    <dgm:pt modelId="{DD7E4FEF-6743-457E-B58F-8AE1A3138E88}">
      <dgm:prSet/>
      <dgm:spPr/>
      <dgm:t>
        <a:bodyPr/>
        <a:lstStyle/>
        <a:p>
          <a:r>
            <a:rPr lang="en-IN" dirty="0"/>
            <a:t>Wind speed shows almost no relationship with either temperature or humidity.</a:t>
          </a:r>
        </a:p>
      </dgm:t>
    </dgm:pt>
    <dgm:pt modelId="{5BDFACB1-80E3-48BE-8CD6-1BA432CBAFFD}" type="parTrans" cxnId="{A049718F-E255-4D43-88AB-AADA5C899C70}">
      <dgm:prSet/>
      <dgm:spPr/>
      <dgm:t>
        <a:bodyPr/>
        <a:lstStyle/>
        <a:p>
          <a:endParaRPr lang="en-IN"/>
        </a:p>
      </dgm:t>
    </dgm:pt>
    <dgm:pt modelId="{8F232B13-3735-4B47-85AD-406F0C15BD63}" type="sibTrans" cxnId="{A049718F-E255-4D43-88AB-AADA5C899C70}">
      <dgm:prSet/>
      <dgm:spPr/>
      <dgm:t>
        <a:bodyPr/>
        <a:lstStyle/>
        <a:p>
          <a:endParaRPr lang="en-IN"/>
        </a:p>
      </dgm:t>
    </dgm:pt>
    <dgm:pt modelId="{C695B3FA-FB8B-4D2E-852A-9D531263FE3D}">
      <dgm:prSet/>
      <dgm:spPr/>
      <dgm:t>
        <a:bodyPr/>
        <a:lstStyle/>
        <a:p>
          <a:r>
            <a:rPr lang="en-IN"/>
            <a:t>The pairplot shows scattered points, meaning the connections between these weather elements are weak.</a:t>
          </a:r>
        </a:p>
      </dgm:t>
    </dgm:pt>
    <dgm:pt modelId="{0A39A142-FA74-4C7A-ADA4-A4F9D57B382B}" type="parTrans" cxnId="{E7A0CE16-2013-4A91-96C7-B52C905CE9ED}">
      <dgm:prSet/>
      <dgm:spPr/>
      <dgm:t>
        <a:bodyPr/>
        <a:lstStyle/>
        <a:p>
          <a:endParaRPr lang="en-IN"/>
        </a:p>
      </dgm:t>
    </dgm:pt>
    <dgm:pt modelId="{7078D741-36EF-49EE-8D8F-3130D14DB850}" type="sibTrans" cxnId="{E7A0CE16-2013-4A91-96C7-B52C905CE9ED}">
      <dgm:prSet/>
      <dgm:spPr/>
      <dgm:t>
        <a:bodyPr/>
        <a:lstStyle/>
        <a:p>
          <a:endParaRPr lang="en-IN"/>
        </a:p>
      </dgm:t>
    </dgm:pt>
    <dgm:pt modelId="{287A56DD-B2E4-438D-BCE4-D9350E398F56}" type="pres">
      <dgm:prSet presAssocID="{5AA251E2-7DD5-451D-ADA0-937580569FA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E469C5-727D-4664-93BA-E5D08727A1E6}" type="pres">
      <dgm:prSet presAssocID="{C80460F6-1EF1-4891-AC40-266EE903FF38}" presName="root" presStyleCnt="0"/>
      <dgm:spPr/>
    </dgm:pt>
    <dgm:pt modelId="{78521686-11D3-4251-A5D4-40D5043D799A}" type="pres">
      <dgm:prSet presAssocID="{C80460F6-1EF1-4891-AC40-266EE903FF38}" presName="rootComposite" presStyleCnt="0"/>
      <dgm:spPr/>
    </dgm:pt>
    <dgm:pt modelId="{1C412998-5773-4A5B-B58F-CA8E2AB63CCA}" type="pres">
      <dgm:prSet presAssocID="{C80460F6-1EF1-4891-AC40-266EE903FF38}" presName="rootText" presStyleLbl="node1" presStyleIdx="0" presStyleCnt="1" custScaleY="40921"/>
      <dgm:spPr/>
    </dgm:pt>
    <dgm:pt modelId="{60BB55FF-5CCF-4A6D-9811-0B3B57B33BF3}" type="pres">
      <dgm:prSet presAssocID="{C80460F6-1EF1-4891-AC40-266EE903FF38}" presName="rootConnector" presStyleLbl="node1" presStyleIdx="0" presStyleCnt="1"/>
      <dgm:spPr/>
    </dgm:pt>
    <dgm:pt modelId="{AD24A401-5E92-46E5-9BFB-C91F1E5C9A80}" type="pres">
      <dgm:prSet presAssocID="{C80460F6-1EF1-4891-AC40-266EE903FF38}" presName="childShape" presStyleCnt="0"/>
      <dgm:spPr/>
    </dgm:pt>
    <dgm:pt modelId="{EF2F47A6-6234-4F13-BBCC-76BAE1D976A0}" type="pres">
      <dgm:prSet presAssocID="{8E36D67A-5D59-467C-96CA-19F6E316C564}" presName="Name13" presStyleLbl="parChTrans1D2" presStyleIdx="0" presStyleCnt="2"/>
      <dgm:spPr/>
    </dgm:pt>
    <dgm:pt modelId="{5E5CD6B0-90A7-4069-9D94-3281995C0D6F}" type="pres">
      <dgm:prSet presAssocID="{65CA80CC-9CAC-4B36-8916-1440416D28ED}" presName="childText" presStyleLbl="bgAcc1" presStyleIdx="0" presStyleCnt="2">
        <dgm:presLayoutVars>
          <dgm:bulletEnabled val="1"/>
        </dgm:presLayoutVars>
      </dgm:prSet>
      <dgm:spPr/>
    </dgm:pt>
    <dgm:pt modelId="{F370797C-A441-4E3F-9F83-71BC8F31F44D}" type="pres">
      <dgm:prSet presAssocID="{4B226504-F82C-4ED4-93D4-337982E40C97}" presName="Name13" presStyleLbl="parChTrans1D2" presStyleIdx="1" presStyleCnt="2"/>
      <dgm:spPr/>
    </dgm:pt>
    <dgm:pt modelId="{E9280B21-8BD6-4E98-8AF3-811564133152}" type="pres">
      <dgm:prSet presAssocID="{E5ADD844-E0AE-474F-AC8D-FCA9419490EE}" presName="childText" presStyleLbl="bgAcc1" presStyleIdx="1" presStyleCnt="2" custScaleY="141313">
        <dgm:presLayoutVars>
          <dgm:bulletEnabled val="1"/>
        </dgm:presLayoutVars>
      </dgm:prSet>
      <dgm:spPr/>
    </dgm:pt>
  </dgm:ptLst>
  <dgm:cxnLst>
    <dgm:cxn modelId="{E7A0CE16-2013-4A91-96C7-B52C905CE9ED}" srcId="{E5ADD844-E0AE-474F-AC8D-FCA9419490EE}" destId="{C695B3FA-FB8B-4D2E-852A-9D531263FE3D}" srcOrd="2" destOrd="0" parTransId="{0A39A142-FA74-4C7A-ADA4-A4F9D57B382B}" sibTransId="{7078D741-36EF-49EE-8D8F-3130D14DB850}"/>
    <dgm:cxn modelId="{B210E43E-4A95-48EA-8219-8E9BFC569DBC}" srcId="{C80460F6-1EF1-4891-AC40-266EE903FF38}" destId="{65CA80CC-9CAC-4B36-8916-1440416D28ED}" srcOrd="0" destOrd="0" parTransId="{8E36D67A-5D59-467C-96CA-19F6E316C564}" sibTransId="{6958F2F4-E19F-4E9C-A5EC-0AA1215CDA67}"/>
    <dgm:cxn modelId="{85A75A5F-36B1-4054-AE57-D422184D5C25}" type="presOf" srcId="{163411F2-B34E-41BE-9BEB-F589DCB8A48D}" destId="{E9280B21-8BD6-4E98-8AF3-811564133152}" srcOrd="0" destOrd="1" presId="urn:microsoft.com/office/officeart/2005/8/layout/hierarchy3"/>
    <dgm:cxn modelId="{43C67F48-A43A-4C17-A6D6-8D4D5D043516}" type="presOf" srcId="{E5ADD844-E0AE-474F-AC8D-FCA9419490EE}" destId="{E9280B21-8BD6-4E98-8AF3-811564133152}" srcOrd="0" destOrd="0" presId="urn:microsoft.com/office/officeart/2005/8/layout/hierarchy3"/>
    <dgm:cxn modelId="{26F68F73-872F-459D-9AB9-91A843E373E1}" srcId="{E5ADD844-E0AE-474F-AC8D-FCA9419490EE}" destId="{163411F2-B34E-41BE-9BEB-F589DCB8A48D}" srcOrd="0" destOrd="0" parTransId="{26D34267-A22F-4196-8FCF-3C0C5AA0422D}" sibTransId="{4FAC7ED4-7EB3-4CCF-9BF0-460BC70A8628}"/>
    <dgm:cxn modelId="{D8F8947D-0C4F-4F4F-9569-0CB1345D356D}" type="presOf" srcId="{C80460F6-1EF1-4891-AC40-266EE903FF38}" destId="{1C412998-5773-4A5B-B58F-CA8E2AB63CCA}" srcOrd="0" destOrd="0" presId="urn:microsoft.com/office/officeart/2005/8/layout/hierarchy3"/>
    <dgm:cxn modelId="{A049718F-E255-4D43-88AB-AADA5C899C70}" srcId="{E5ADD844-E0AE-474F-AC8D-FCA9419490EE}" destId="{DD7E4FEF-6743-457E-B58F-8AE1A3138E88}" srcOrd="1" destOrd="0" parTransId="{5BDFACB1-80E3-48BE-8CD6-1BA432CBAFFD}" sibTransId="{8F232B13-3735-4B47-85AD-406F0C15BD63}"/>
    <dgm:cxn modelId="{1E008E91-793E-440E-93B0-30B84BFCBF95}" type="presOf" srcId="{C695B3FA-FB8B-4D2E-852A-9D531263FE3D}" destId="{E9280B21-8BD6-4E98-8AF3-811564133152}" srcOrd="0" destOrd="3" presId="urn:microsoft.com/office/officeart/2005/8/layout/hierarchy3"/>
    <dgm:cxn modelId="{F07A5998-3960-406C-8AE4-E214D4D3A46E}" type="presOf" srcId="{5AA251E2-7DD5-451D-ADA0-937580569FA9}" destId="{287A56DD-B2E4-438D-BCE4-D9350E398F56}" srcOrd="0" destOrd="0" presId="urn:microsoft.com/office/officeart/2005/8/layout/hierarchy3"/>
    <dgm:cxn modelId="{C2E36CA3-9834-492A-956E-98C2D62E6CC2}" type="presOf" srcId="{8E36D67A-5D59-467C-96CA-19F6E316C564}" destId="{EF2F47A6-6234-4F13-BBCC-76BAE1D976A0}" srcOrd="0" destOrd="0" presId="urn:microsoft.com/office/officeart/2005/8/layout/hierarchy3"/>
    <dgm:cxn modelId="{2EE21FA4-183F-41D4-AC30-B63484A6E62F}" type="presOf" srcId="{4B226504-F82C-4ED4-93D4-337982E40C97}" destId="{F370797C-A441-4E3F-9F83-71BC8F31F44D}" srcOrd="0" destOrd="0" presId="urn:microsoft.com/office/officeart/2005/8/layout/hierarchy3"/>
    <dgm:cxn modelId="{2797EEBC-EAA7-4314-B797-0EE1927F8237}" srcId="{C80460F6-1EF1-4891-AC40-266EE903FF38}" destId="{E5ADD844-E0AE-474F-AC8D-FCA9419490EE}" srcOrd="1" destOrd="0" parTransId="{4B226504-F82C-4ED4-93D4-337982E40C97}" sibTransId="{58933E7D-DC80-4952-B3BC-3A40D3F79CC9}"/>
    <dgm:cxn modelId="{7F0C14D4-D327-48B9-AB53-9F7C87972A29}" type="presOf" srcId="{65CA80CC-9CAC-4B36-8916-1440416D28ED}" destId="{5E5CD6B0-90A7-4069-9D94-3281995C0D6F}" srcOrd="0" destOrd="0" presId="urn:microsoft.com/office/officeart/2005/8/layout/hierarchy3"/>
    <dgm:cxn modelId="{869FFFEA-02DC-45DE-8033-0B343AA632E4}" srcId="{5AA251E2-7DD5-451D-ADA0-937580569FA9}" destId="{C80460F6-1EF1-4891-AC40-266EE903FF38}" srcOrd="0" destOrd="0" parTransId="{14593DB8-A312-4E56-93A1-7AAC4830ED0B}" sibTransId="{43C472F4-5D82-4D8C-888A-4F799FB022FF}"/>
    <dgm:cxn modelId="{7016DCEB-CE56-4E22-BD36-0097390ED117}" type="presOf" srcId="{C80460F6-1EF1-4891-AC40-266EE903FF38}" destId="{60BB55FF-5CCF-4A6D-9811-0B3B57B33BF3}" srcOrd="1" destOrd="0" presId="urn:microsoft.com/office/officeart/2005/8/layout/hierarchy3"/>
    <dgm:cxn modelId="{8954F8F5-652E-4DD4-96A3-A9CE29AB9FE3}" type="presOf" srcId="{DD7E4FEF-6743-457E-B58F-8AE1A3138E88}" destId="{E9280B21-8BD6-4E98-8AF3-811564133152}" srcOrd="0" destOrd="2" presId="urn:microsoft.com/office/officeart/2005/8/layout/hierarchy3"/>
    <dgm:cxn modelId="{9315BEFB-9D37-4307-9085-902BFB559ECD}" type="presParOf" srcId="{287A56DD-B2E4-438D-BCE4-D9350E398F56}" destId="{7DE469C5-727D-4664-93BA-E5D08727A1E6}" srcOrd="0" destOrd="0" presId="urn:microsoft.com/office/officeart/2005/8/layout/hierarchy3"/>
    <dgm:cxn modelId="{CD16A571-BE72-4413-81F9-37F97277642D}" type="presParOf" srcId="{7DE469C5-727D-4664-93BA-E5D08727A1E6}" destId="{78521686-11D3-4251-A5D4-40D5043D799A}" srcOrd="0" destOrd="0" presId="urn:microsoft.com/office/officeart/2005/8/layout/hierarchy3"/>
    <dgm:cxn modelId="{F69CD9A3-6B1E-420A-B4B5-E764DCF949FE}" type="presParOf" srcId="{78521686-11D3-4251-A5D4-40D5043D799A}" destId="{1C412998-5773-4A5B-B58F-CA8E2AB63CCA}" srcOrd="0" destOrd="0" presId="urn:microsoft.com/office/officeart/2005/8/layout/hierarchy3"/>
    <dgm:cxn modelId="{2920ADA4-6552-4B36-92CE-5F143AC67B9C}" type="presParOf" srcId="{78521686-11D3-4251-A5D4-40D5043D799A}" destId="{60BB55FF-5CCF-4A6D-9811-0B3B57B33BF3}" srcOrd="1" destOrd="0" presId="urn:microsoft.com/office/officeart/2005/8/layout/hierarchy3"/>
    <dgm:cxn modelId="{FB916B78-EA87-42C6-99E2-695F9EECBA26}" type="presParOf" srcId="{7DE469C5-727D-4664-93BA-E5D08727A1E6}" destId="{AD24A401-5E92-46E5-9BFB-C91F1E5C9A80}" srcOrd="1" destOrd="0" presId="urn:microsoft.com/office/officeart/2005/8/layout/hierarchy3"/>
    <dgm:cxn modelId="{32E0E8D8-BF17-4986-A9C0-0D34843EAE4C}" type="presParOf" srcId="{AD24A401-5E92-46E5-9BFB-C91F1E5C9A80}" destId="{EF2F47A6-6234-4F13-BBCC-76BAE1D976A0}" srcOrd="0" destOrd="0" presId="urn:microsoft.com/office/officeart/2005/8/layout/hierarchy3"/>
    <dgm:cxn modelId="{277F26F3-3354-4E53-8391-D247F9512876}" type="presParOf" srcId="{AD24A401-5E92-46E5-9BFB-C91F1E5C9A80}" destId="{5E5CD6B0-90A7-4069-9D94-3281995C0D6F}" srcOrd="1" destOrd="0" presId="urn:microsoft.com/office/officeart/2005/8/layout/hierarchy3"/>
    <dgm:cxn modelId="{3D55D2E4-B3D2-457D-BBC1-398A3A557798}" type="presParOf" srcId="{AD24A401-5E92-46E5-9BFB-C91F1E5C9A80}" destId="{F370797C-A441-4E3F-9F83-71BC8F31F44D}" srcOrd="2" destOrd="0" presId="urn:microsoft.com/office/officeart/2005/8/layout/hierarchy3"/>
    <dgm:cxn modelId="{B64938F9-3585-40E6-8DEA-D1DFD4A1D5E1}" type="presParOf" srcId="{AD24A401-5E92-46E5-9BFB-C91F1E5C9A80}" destId="{E9280B21-8BD6-4E98-8AF3-81156413315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EAF454-EAF4-4D41-8564-2FF17B16F48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B0470DC-780F-4A31-9711-3411F7022F67}">
      <dgm:prSet/>
      <dgm:spPr/>
      <dgm:t>
        <a:bodyPr/>
        <a:lstStyle/>
        <a:p>
          <a:r>
            <a:rPr lang="en-IN"/>
            <a:t>Conclusion :</a:t>
          </a:r>
        </a:p>
      </dgm:t>
    </dgm:pt>
    <dgm:pt modelId="{4DF73868-D279-41CB-BF7E-36F1A909517A}" type="parTrans" cxnId="{D2FDC9C4-0513-4BBB-8C5F-0D9DFE03E7E3}">
      <dgm:prSet/>
      <dgm:spPr/>
      <dgm:t>
        <a:bodyPr/>
        <a:lstStyle/>
        <a:p>
          <a:endParaRPr lang="en-IN"/>
        </a:p>
      </dgm:t>
    </dgm:pt>
    <dgm:pt modelId="{2AFDA03E-094B-46FA-9B50-6BB4BA26E354}" type="sibTrans" cxnId="{D2FDC9C4-0513-4BBB-8C5F-0D9DFE03E7E3}">
      <dgm:prSet/>
      <dgm:spPr/>
      <dgm:t>
        <a:bodyPr/>
        <a:lstStyle/>
        <a:p>
          <a:endParaRPr lang="en-IN"/>
        </a:p>
      </dgm:t>
    </dgm:pt>
    <dgm:pt modelId="{123F15D2-8345-499D-8AC9-692424A5D0A5}">
      <dgm:prSet/>
      <dgm:spPr/>
      <dgm:t>
        <a:bodyPr/>
        <a:lstStyle/>
        <a:p>
          <a:r>
            <a:rPr lang="en-IN" dirty="0"/>
            <a:t>1.Feels Like Temperature (</a:t>
          </a:r>
          <a:r>
            <a:rPr lang="en-IN" dirty="0" err="1"/>
            <a:t>feelslike_c</a:t>
          </a:r>
          <a:r>
            <a:rPr lang="en-IN" dirty="0"/>
            <a:t>)* Most values are closely clustered around the actual temperature.* Distribution is fairly symmetric, indicating typical daily temperature ranges.  </a:t>
          </a:r>
        </a:p>
      </dgm:t>
    </dgm:pt>
    <dgm:pt modelId="{B261F224-2C4B-4F9B-9741-568036DFFC49}" type="parTrans" cxnId="{731FDCCF-6C64-43FC-A1F9-FAB98C581572}">
      <dgm:prSet/>
      <dgm:spPr/>
      <dgm:t>
        <a:bodyPr/>
        <a:lstStyle/>
        <a:p>
          <a:endParaRPr lang="en-IN"/>
        </a:p>
      </dgm:t>
    </dgm:pt>
    <dgm:pt modelId="{33EF54A3-8593-40BB-A82D-5FBEC9F36305}" type="sibTrans" cxnId="{731FDCCF-6C64-43FC-A1F9-FAB98C581572}">
      <dgm:prSet/>
      <dgm:spPr/>
      <dgm:t>
        <a:bodyPr/>
        <a:lstStyle/>
        <a:p>
          <a:endParaRPr lang="en-IN"/>
        </a:p>
      </dgm:t>
    </dgm:pt>
    <dgm:pt modelId="{E8F290B0-411F-492D-A2A1-49F22E6F06BB}">
      <dgm:prSet/>
      <dgm:spPr/>
      <dgm:t>
        <a:bodyPr/>
        <a:lstStyle/>
        <a:p>
          <a:r>
            <a:rPr lang="en-IN"/>
            <a:t>2.Actual Temperature (temp_c)* Distribution is very similar to feelslike_c because perceived temperature depends largely on actual temperature.* Peaks indicate the most common temperature range in the dataset.  </a:t>
          </a:r>
        </a:p>
      </dgm:t>
    </dgm:pt>
    <dgm:pt modelId="{DA48BE6E-AE70-4DB9-8AF4-E823BAA85724}" type="parTrans" cxnId="{EE05C38A-C5F0-459A-B9BC-F28B72331284}">
      <dgm:prSet/>
      <dgm:spPr/>
      <dgm:t>
        <a:bodyPr/>
        <a:lstStyle/>
        <a:p>
          <a:endParaRPr lang="en-IN"/>
        </a:p>
      </dgm:t>
    </dgm:pt>
    <dgm:pt modelId="{AA2B2DD9-6574-45BB-8553-4CC7DD595B9A}" type="sibTrans" cxnId="{EE05C38A-C5F0-459A-B9BC-F28B72331284}">
      <dgm:prSet/>
      <dgm:spPr/>
      <dgm:t>
        <a:bodyPr/>
        <a:lstStyle/>
        <a:p>
          <a:endParaRPr lang="en-IN"/>
        </a:p>
      </dgm:t>
    </dgm:pt>
    <dgm:pt modelId="{64A6361D-790F-4DB7-A8F5-BD6C99EC9BBE}">
      <dgm:prSet/>
      <dgm:spPr/>
      <dgm:t>
        <a:bodyPr/>
        <a:lstStyle/>
        <a:p>
          <a:r>
            <a:rPr lang="en-IN"/>
            <a:t>3.Dewpoint (dewpoint_c)* Slightly narrower distribution than temperature, showing less variation.* Higher dewpoints indicate more humid conditions; lower dewpoints indicate drier air.</a:t>
          </a:r>
        </a:p>
      </dgm:t>
    </dgm:pt>
    <dgm:pt modelId="{658E3CCE-6A92-48C6-9445-B7F3D2CB19FE}" type="parTrans" cxnId="{336AA646-7A34-445C-94CE-3A40095F6637}">
      <dgm:prSet/>
      <dgm:spPr/>
      <dgm:t>
        <a:bodyPr/>
        <a:lstStyle/>
        <a:p>
          <a:endParaRPr lang="en-IN"/>
        </a:p>
      </dgm:t>
    </dgm:pt>
    <dgm:pt modelId="{232D0482-C41D-4678-A61D-0FD677FF5FB4}" type="sibTrans" cxnId="{336AA646-7A34-445C-94CE-3A40095F6637}">
      <dgm:prSet/>
      <dgm:spPr/>
      <dgm:t>
        <a:bodyPr/>
        <a:lstStyle/>
        <a:p>
          <a:endParaRPr lang="en-IN"/>
        </a:p>
      </dgm:t>
    </dgm:pt>
    <dgm:pt modelId="{1B62FBDE-6EA4-4D54-9DB9-0D31D91DD37C}" type="pres">
      <dgm:prSet presAssocID="{4FEAF454-EAF4-4D41-8564-2FF17B16F485}" presName="Name0" presStyleCnt="0">
        <dgm:presLayoutVars>
          <dgm:dir/>
          <dgm:animLvl val="lvl"/>
          <dgm:resizeHandles val="exact"/>
        </dgm:presLayoutVars>
      </dgm:prSet>
      <dgm:spPr/>
    </dgm:pt>
    <dgm:pt modelId="{0E3AAC1B-1285-4DFE-900B-2C862BA009B7}" type="pres">
      <dgm:prSet presAssocID="{EB0470DC-780F-4A31-9711-3411F7022F67}" presName="composite" presStyleCnt="0"/>
      <dgm:spPr/>
    </dgm:pt>
    <dgm:pt modelId="{F34B1782-412D-4282-8F81-19B214F59E84}" type="pres">
      <dgm:prSet presAssocID="{EB0470DC-780F-4A31-9711-3411F7022F67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BF54065-5AC5-476B-9CF3-B131DEB7D022}" type="pres">
      <dgm:prSet presAssocID="{EB0470DC-780F-4A31-9711-3411F7022F67}" presName="desTx" presStyleLbl="alignAccFollowNode1" presStyleIdx="0" presStyleCnt="4">
        <dgm:presLayoutVars>
          <dgm:bulletEnabled val="1"/>
        </dgm:presLayoutVars>
      </dgm:prSet>
      <dgm:spPr/>
    </dgm:pt>
    <dgm:pt modelId="{844D9047-19BD-4DAB-A818-8287F24269E3}" type="pres">
      <dgm:prSet presAssocID="{2AFDA03E-094B-46FA-9B50-6BB4BA26E354}" presName="space" presStyleCnt="0"/>
      <dgm:spPr/>
    </dgm:pt>
    <dgm:pt modelId="{6AF06A8B-0505-4B17-BF13-03EC4D743410}" type="pres">
      <dgm:prSet presAssocID="{123F15D2-8345-499D-8AC9-692424A5D0A5}" presName="composite" presStyleCnt="0"/>
      <dgm:spPr/>
    </dgm:pt>
    <dgm:pt modelId="{720E4735-801B-4073-BA6A-F7007D31AB07}" type="pres">
      <dgm:prSet presAssocID="{123F15D2-8345-499D-8AC9-692424A5D0A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823B9AB-5FE6-440B-B740-FA8156664600}" type="pres">
      <dgm:prSet presAssocID="{123F15D2-8345-499D-8AC9-692424A5D0A5}" presName="desTx" presStyleLbl="alignAccFollowNode1" presStyleIdx="1" presStyleCnt="4">
        <dgm:presLayoutVars>
          <dgm:bulletEnabled val="1"/>
        </dgm:presLayoutVars>
      </dgm:prSet>
      <dgm:spPr/>
    </dgm:pt>
    <dgm:pt modelId="{2F26107A-2B55-4FB4-A67B-BED8B89C398B}" type="pres">
      <dgm:prSet presAssocID="{33EF54A3-8593-40BB-A82D-5FBEC9F36305}" presName="space" presStyleCnt="0"/>
      <dgm:spPr/>
    </dgm:pt>
    <dgm:pt modelId="{A80AC7F9-3F36-46E3-A8D1-C93B2449F113}" type="pres">
      <dgm:prSet presAssocID="{E8F290B0-411F-492D-A2A1-49F22E6F06BB}" presName="composite" presStyleCnt="0"/>
      <dgm:spPr/>
    </dgm:pt>
    <dgm:pt modelId="{C40891AA-C079-4C6D-84DD-63902721E062}" type="pres">
      <dgm:prSet presAssocID="{E8F290B0-411F-492D-A2A1-49F22E6F06B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1E7EB99-6738-46CF-B5D5-45C8242D2754}" type="pres">
      <dgm:prSet presAssocID="{E8F290B0-411F-492D-A2A1-49F22E6F06BB}" presName="desTx" presStyleLbl="alignAccFollowNode1" presStyleIdx="2" presStyleCnt="4">
        <dgm:presLayoutVars>
          <dgm:bulletEnabled val="1"/>
        </dgm:presLayoutVars>
      </dgm:prSet>
      <dgm:spPr/>
    </dgm:pt>
    <dgm:pt modelId="{B1F7E586-0FEA-4B67-9035-1DCF1946C4AA}" type="pres">
      <dgm:prSet presAssocID="{AA2B2DD9-6574-45BB-8553-4CC7DD595B9A}" presName="space" presStyleCnt="0"/>
      <dgm:spPr/>
    </dgm:pt>
    <dgm:pt modelId="{635E4EAE-1A0D-46D5-A42F-C31E904334C5}" type="pres">
      <dgm:prSet presAssocID="{64A6361D-790F-4DB7-A8F5-BD6C99EC9BBE}" presName="composite" presStyleCnt="0"/>
      <dgm:spPr/>
    </dgm:pt>
    <dgm:pt modelId="{A0DDAFFB-2C51-40D8-8830-6AC4F19193C6}" type="pres">
      <dgm:prSet presAssocID="{64A6361D-790F-4DB7-A8F5-BD6C99EC9BB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E6196BF-94DB-44E1-848C-1A6B0FE3A70B}" type="pres">
      <dgm:prSet presAssocID="{64A6361D-790F-4DB7-A8F5-BD6C99EC9BB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A632D0D-CC67-4657-ACC5-EAD1A898762A}" type="presOf" srcId="{64A6361D-790F-4DB7-A8F5-BD6C99EC9BBE}" destId="{A0DDAFFB-2C51-40D8-8830-6AC4F19193C6}" srcOrd="0" destOrd="0" presId="urn:microsoft.com/office/officeart/2005/8/layout/hList1"/>
    <dgm:cxn modelId="{61FBB125-EA5D-4F63-AC13-3CF151BF1567}" type="presOf" srcId="{E8F290B0-411F-492D-A2A1-49F22E6F06BB}" destId="{C40891AA-C079-4C6D-84DD-63902721E062}" srcOrd="0" destOrd="0" presId="urn:microsoft.com/office/officeart/2005/8/layout/hList1"/>
    <dgm:cxn modelId="{336AA646-7A34-445C-94CE-3A40095F6637}" srcId="{4FEAF454-EAF4-4D41-8564-2FF17B16F485}" destId="{64A6361D-790F-4DB7-A8F5-BD6C99EC9BBE}" srcOrd="3" destOrd="0" parTransId="{658E3CCE-6A92-48C6-9445-B7F3D2CB19FE}" sibTransId="{232D0482-C41D-4678-A61D-0FD677FF5FB4}"/>
    <dgm:cxn modelId="{F027C353-5239-4C90-986F-AB03DEA709B2}" type="presOf" srcId="{4FEAF454-EAF4-4D41-8564-2FF17B16F485}" destId="{1B62FBDE-6EA4-4D54-9DB9-0D31D91DD37C}" srcOrd="0" destOrd="0" presId="urn:microsoft.com/office/officeart/2005/8/layout/hList1"/>
    <dgm:cxn modelId="{EE05C38A-C5F0-459A-B9BC-F28B72331284}" srcId="{4FEAF454-EAF4-4D41-8564-2FF17B16F485}" destId="{E8F290B0-411F-492D-A2A1-49F22E6F06BB}" srcOrd="2" destOrd="0" parTransId="{DA48BE6E-AE70-4DB9-8AF4-E823BAA85724}" sibTransId="{AA2B2DD9-6574-45BB-8553-4CC7DD595B9A}"/>
    <dgm:cxn modelId="{A97993BE-2857-4043-8EFF-336CBC6FBF3B}" type="presOf" srcId="{123F15D2-8345-499D-8AC9-692424A5D0A5}" destId="{720E4735-801B-4073-BA6A-F7007D31AB07}" srcOrd="0" destOrd="0" presId="urn:microsoft.com/office/officeart/2005/8/layout/hList1"/>
    <dgm:cxn modelId="{D2FDC9C4-0513-4BBB-8C5F-0D9DFE03E7E3}" srcId="{4FEAF454-EAF4-4D41-8564-2FF17B16F485}" destId="{EB0470DC-780F-4A31-9711-3411F7022F67}" srcOrd="0" destOrd="0" parTransId="{4DF73868-D279-41CB-BF7E-36F1A909517A}" sibTransId="{2AFDA03E-094B-46FA-9B50-6BB4BA26E354}"/>
    <dgm:cxn modelId="{B827DECC-DDFA-4BF2-A93F-8D31F55B489C}" type="presOf" srcId="{EB0470DC-780F-4A31-9711-3411F7022F67}" destId="{F34B1782-412D-4282-8F81-19B214F59E84}" srcOrd="0" destOrd="0" presId="urn:microsoft.com/office/officeart/2005/8/layout/hList1"/>
    <dgm:cxn modelId="{731FDCCF-6C64-43FC-A1F9-FAB98C581572}" srcId="{4FEAF454-EAF4-4D41-8564-2FF17B16F485}" destId="{123F15D2-8345-499D-8AC9-692424A5D0A5}" srcOrd="1" destOrd="0" parTransId="{B261F224-2C4B-4F9B-9741-568036DFFC49}" sibTransId="{33EF54A3-8593-40BB-A82D-5FBEC9F36305}"/>
    <dgm:cxn modelId="{762355B2-33F5-4F98-8B2F-3AF836800AF0}" type="presParOf" srcId="{1B62FBDE-6EA4-4D54-9DB9-0D31D91DD37C}" destId="{0E3AAC1B-1285-4DFE-900B-2C862BA009B7}" srcOrd="0" destOrd="0" presId="urn:microsoft.com/office/officeart/2005/8/layout/hList1"/>
    <dgm:cxn modelId="{A77BCB08-CDF6-4C3B-A320-5C25C83B6072}" type="presParOf" srcId="{0E3AAC1B-1285-4DFE-900B-2C862BA009B7}" destId="{F34B1782-412D-4282-8F81-19B214F59E84}" srcOrd="0" destOrd="0" presId="urn:microsoft.com/office/officeart/2005/8/layout/hList1"/>
    <dgm:cxn modelId="{C0329DC4-CFFB-4F1B-A833-0E79812AC746}" type="presParOf" srcId="{0E3AAC1B-1285-4DFE-900B-2C862BA009B7}" destId="{1BF54065-5AC5-476B-9CF3-B131DEB7D022}" srcOrd="1" destOrd="0" presId="urn:microsoft.com/office/officeart/2005/8/layout/hList1"/>
    <dgm:cxn modelId="{116A268D-F6FA-4000-BF0F-D095E20DC9E3}" type="presParOf" srcId="{1B62FBDE-6EA4-4D54-9DB9-0D31D91DD37C}" destId="{844D9047-19BD-4DAB-A818-8287F24269E3}" srcOrd="1" destOrd="0" presId="urn:microsoft.com/office/officeart/2005/8/layout/hList1"/>
    <dgm:cxn modelId="{E79666AE-DC3D-413F-9D1A-61596E59584D}" type="presParOf" srcId="{1B62FBDE-6EA4-4D54-9DB9-0D31D91DD37C}" destId="{6AF06A8B-0505-4B17-BF13-03EC4D743410}" srcOrd="2" destOrd="0" presId="urn:microsoft.com/office/officeart/2005/8/layout/hList1"/>
    <dgm:cxn modelId="{E41767BE-6B93-480B-9B88-5DEFA79D5870}" type="presParOf" srcId="{6AF06A8B-0505-4B17-BF13-03EC4D743410}" destId="{720E4735-801B-4073-BA6A-F7007D31AB07}" srcOrd="0" destOrd="0" presId="urn:microsoft.com/office/officeart/2005/8/layout/hList1"/>
    <dgm:cxn modelId="{58509C13-30D3-417F-AB82-B0863330E546}" type="presParOf" srcId="{6AF06A8B-0505-4B17-BF13-03EC4D743410}" destId="{4823B9AB-5FE6-440B-B740-FA8156664600}" srcOrd="1" destOrd="0" presId="urn:microsoft.com/office/officeart/2005/8/layout/hList1"/>
    <dgm:cxn modelId="{06FC75BF-ADCF-4515-A1DE-D127A7EDFE10}" type="presParOf" srcId="{1B62FBDE-6EA4-4D54-9DB9-0D31D91DD37C}" destId="{2F26107A-2B55-4FB4-A67B-BED8B89C398B}" srcOrd="3" destOrd="0" presId="urn:microsoft.com/office/officeart/2005/8/layout/hList1"/>
    <dgm:cxn modelId="{65DDD379-4315-4A9F-9691-943709B6EE8E}" type="presParOf" srcId="{1B62FBDE-6EA4-4D54-9DB9-0D31D91DD37C}" destId="{A80AC7F9-3F36-46E3-A8D1-C93B2449F113}" srcOrd="4" destOrd="0" presId="urn:microsoft.com/office/officeart/2005/8/layout/hList1"/>
    <dgm:cxn modelId="{3664666D-FBF5-4645-B2BC-C9757BA4E8C7}" type="presParOf" srcId="{A80AC7F9-3F36-46E3-A8D1-C93B2449F113}" destId="{C40891AA-C079-4C6D-84DD-63902721E062}" srcOrd="0" destOrd="0" presId="urn:microsoft.com/office/officeart/2005/8/layout/hList1"/>
    <dgm:cxn modelId="{41D35214-7B00-432F-82F8-8A79EBEE09AB}" type="presParOf" srcId="{A80AC7F9-3F36-46E3-A8D1-C93B2449F113}" destId="{F1E7EB99-6738-46CF-B5D5-45C8242D2754}" srcOrd="1" destOrd="0" presId="urn:microsoft.com/office/officeart/2005/8/layout/hList1"/>
    <dgm:cxn modelId="{C2CD4342-A4EA-4D6E-9B8E-FA2C40F5B055}" type="presParOf" srcId="{1B62FBDE-6EA4-4D54-9DB9-0D31D91DD37C}" destId="{B1F7E586-0FEA-4B67-9035-1DCF1946C4AA}" srcOrd="5" destOrd="0" presId="urn:microsoft.com/office/officeart/2005/8/layout/hList1"/>
    <dgm:cxn modelId="{57CCB9D9-7AC3-41E8-987F-228A861BC902}" type="presParOf" srcId="{1B62FBDE-6EA4-4D54-9DB9-0D31D91DD37C}" destId="{635E4EAE-1A0D-46D5-A42F-C31E904334C5}" srcOrd="6" destOrd="0" presId="urn:microsoft.com/office/officeart/2005/8/layout/hList1"/>
    <dgm:cxn modelId="{B17C0A21-4663-447C-AAF8-C640CB78C2DB}" type="presParOf" srcId="{635E4EAE-1A0D-46D5-A42F-C31E904334C5}" destId="{A0DDAFFB-2C51-40D8-8830-6AC4F19193C6}" srcOrd="0" destOrd="0" presId="urn:microsoft.com/office/officeart/2005/8/layout/hList1"/>
    <dgm:cxn modelId="{625FAFC3-32AF-491B-9BE8-EA786404935D}" type="presParOf" srcId="{635E4EAE-1A0D-46D5-A42F-C31E904334C5}" destId="{2E6196BF-94DB-44E1-848C-1A6B0FE3A7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D98B0-A2CA-4155-8EC0-6E07BE74A4DD}">
      <dsp:nvSpPr>
        <dsp:cNvPr id="0" name=""/>
        <dsp:cNvSpPr/>
      </dsp:nvSpPr>
      <dsp:spPr>
        <a:xfrm rot="10800000">
          <a:off x="2085494" y="0"/>
          <a:ext cx="6992874" cy="12965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732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Conclusion :</a:t>
          </a:r>
          <a:br>
            <a:rPr lang="en-US" sz="1400" kern="1200" dirty="0"/>
          </a:br>
          <a:r>
            <a:rPr lang="en-US" sz="1400" kern="1200" dirty="0"/>
            <a:t>The temperature readings in the dataset are around an average of about 25^C. </a:t>
          </a:r>
          <a:br>
            <a:rPr lang="en-US" sz="1400" kern="1200" dirty="0"/>
          </a:br>
          <a:r>
            <a:rPr lang="en-US" sz="1400" kern="1200" dirty="0"/>
            <a:t>Most of the recorded temperatures fall between 22.5^C and 28.1^C.</a:t>
          </a:r>
          <a:br>
            <a:rPr lang="en-US" sz="1400" kern="1200" dirty="0"/>
          </a:br>
          <a:r>
            <a:rPr lang="en-US" sz="1400" kern="1200" dirty="0"/>
            <a:t>While most readings are within this comfortable, warm range, the dataset also includes some much colder temperatures, with the minimum reading being 1.5^C.</a:t>
          </a:r>
          <a:br>
            <a:rPr lang="en-US" sz="1400" kern="1200" dirty="0"/>
          </a:br>
          <a:endParaRPr lang="en-IN" sz="1400" kern="1200" dirty="0"/>
        </a:p>
      </dsp:txBody>
      <dsp:txXfrm rot="10800000">
        <a:off x="2409626" y="0"/>
        <a:ext cx="6668742" cy="1296527"/>
      </dsp:txXfrm>
    </dsp:sp>
    <dsp:sp modelId="{2A2D607C-C34D-4E6C-8E91-11C8AA9DA9A5}">
      <dsp:nvSpPr>
        <dsp:cNvPr id="0" name=""/>
        <dsp:cNvSpPr/>
      </dsp:nvSpPr>
      <dsp:spPr>
        <a:xfrm>
          <a:off x="1437231" y="0"/>
          <a:ext cx="1296527" cy="129652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BB3EE-9249-447A-924B-7DB1883D30F5}">
      <dsp:nvSpPr>
        <dsp:cNvPr id="0" name=""/>
        <dsp:cNvSpPr/>
      </dsp:nvSpPr>
      <dsp:spPr>
        <a:xfrm>
          <a:off x="2597708" y="0"/>
          <a:ext cx="2922422" cy="5258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Conclusion </a:t>
          </a:r>
          <a:r>
            <a:rPr lang="en-US" sz="1000" kern="1200"/>
            <a:t>:</a:t>
          </a:r>
          <a:endParaRPr lang="en-IN" sz="1000" kern="1200"/>
        </a:p>
      </dsp:txBody>
      <dsp:txXfrm>
        <a:off x="2623377" y="25669"/>
        <a:ext cx="2871084" cy="474496"/>
      </dsp:txXfrm>
    </dsp:sp>
    <dsp:sp modelId="{7238F5E1-A9C0-43D1-8ACE-1C439D2A9FEF}">
      <dsp:nvSpPr>
        <dsp:cNvPr id="0" name=""/>
        <dsp:cNvSpPr/>
      </dsp:nvSpPr>
      <dsp:spPr>
        <a:xfrm>
          <a:off x="2597708" y="553219"/>
          <a:ext cx="2922422" cy="5258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From the graph, we can see that humidity and dew point move in a similar pattern over time.</a:t>
          </a:r>
          <a:endParaRPr lang="en-IN" sz="1000" kern="1200" dirty="0"/>
        </a:p>
      </dsp:txBody>
      <dsp:txXfrm>
        <a:off x="2623377" y="578888"/>
        <a:ext cx="2871084" cy="474496"/>
      </dsp:txXfrm>
    </dsp:sp>
    <dsp:sp modelId="{A76215E1-674A-4736-A79E-14671C362B9C}">
      <dsp:nvSpPr>
        <dsp:cNvPr id="0" name=""/>
        <dsp:cNvSpPr/>
      </dsp:nvSpPr>
      <dsp:spPr>
        <a:xfrm>
          <a:off x="2597708" y="1105345"/>
          <a:ext cx="2922422" cy="5258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When the dew point increases, the humidity also increases, and when the dew point decreases, the humidity drops.</a:t>
          </a:r>
          <a:endParaRPr lang="en-IN" sz="1000" kern="1200" dirty="0"/>
        </a:p>
      </dsp:txBody>
      <dsp:txXfrm>
        <a:off x="2623377" y="1131014"/>
        <a:ext cx="2871084" cy="474496"/>
      </dsp:txXfrm>
    </dsp:sp>
    <dsp:sp modelId="{02DF1B83-381E-4394-AF99-F9F8E76F8802}">
      <dsp:nvSpPr>
        <dsp:cNvPr id="0" name=""/>
        <dsp:cNvSpPr/>
      </dsp:nvSpPr>
      <dsp:spPr>
        <a:xfrm>
          <a:off x="2597708" y="1657472"/>
          <a:ext cx="2922422" cy="5258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This means there is a positive relationship between humidity and dew point.</a:t>
          </a:r>
          <a:endParaRPr lang="en-IN" sz="1000" kern="1200"/>
        </a:p>
      </dsp:txBody>
      <dsp:txXfrm>
        <a:off x="2623377" y="1683141"/>
        <a:ext cx="2871084" cy="4744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433A9-006B-478B-9E73-CD8E8504E5CF}">
      <dsp:nvSpPr>
        <dsp:cNvPr id="0" name=""/>
        <dsp:cNvSpPr/>
      </dsp:nvSpPr>
      <dsp:spPr>
        <a:xfrm>
          <a:off x="0" y="0"/>
          <a:ext cx="923330" cy="9233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45D46-2CBA-4B07-B4EF-97AB6BC4E976}">
      <dsp:nvSpPr>
        <dsp:cNvPr id="0" name=""/>
        <dsp:cNvSpPr/>
      </dsp:nvSpPr>
      <dsp:spPr>
        <a:xfrm>
          <a:off x="461665" y="0"/>
          <a:ext cx="8525806" cy="9233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Conclusion :</a:t>
          </a:r>
        </a:p>
      </dsp:txBody>
      <dsp:txXfrm>
        <a:off x="461665" y="0"/>
        <a:ext cx="8525806" cy="438581"/>
      </dsp:txXfrm>
    </dsp:sp>
    <dsp:sp modelId="{126FB9CA-F716-4D8C-83A2-684BBD068BE0}">
      <dsp:nvSpPr>
        <dsp:cNvPr id="0" name=""/>
        <dsp:cNvSpPr/>
      </dsp:nvSpPr>
      <dsp:spPr>
        <a:xfrm>
          <a:off x="242374" y="438581"/>
          <a:ext cx="438581" cy="43858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88099-107E-4651-83CF-4F0E46E47F73}">
      <dsp:nvSpPr>
        <dsp:cNvPr id="0" name=""/>
        <dsp:cNvSpPr/>
      </dsp:nvSpPr>
      <dsp:spPr>
        <a:xfrm>
          <a:off x="461665" y="438581"/>
          <a:ext cx="8525806" cy="43858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Wind speeds vary significantly between states, and it is easier to identify which states experience higher average wind conditions.</a:t>
          </a:r>
        </a:p>
      </dsp:txBody>
      <dsp:txXfrm>
        <a:off x="461665" y="438581"/>
        <a:ext cx="8525806" cy="4385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8EFD3-0D73-4E59-A892-4DAB4CC523E0}">
      <dsp:nvSpPr>
        <dsp:cNvPr id="0" name=""/>
        <dsp:cNvSpPr/>
      </dsp:nvSpPr>
      <dsp:spPr>
        <a:xfrm>
          <a:off x="0" y="0"/>
          <a:ext cx="1754326" cy="175432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FF539-0483-4FED-884D-720BCF6B4D08}">
      <dsp:nvSpPr>
        <dsp:cNvPr id="0" name=""/>
        <dsp:cNvSpPr/>
      </dsp:nvSpPr>
      <dsp:spPr>
        <a:xfrm>
          <a:off x="846660" y="0"/>
          <a:ext cx="10446157" cy="17543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Conclusion:</a:t>
          </a:r>
        </a:p>
      </dsp:txBody>
      <dsp:txXfrm>
        <a:off x="846660" y="0"/>
        <a:ext cx="10446157" cy="372794"/>
      </dsp:txXfrm>
    </dsp:sp>
    <dsp:sp modelId="{0E62C701-BB6A-433C-A996-A532B5A982C4}">
      <dsp:nvSpPr>
        <dsp:cNvPr id="0" name=""/>
        <dsp:cNvSpPr/>
      </dsp:nvSpPr>
      <dsp:spPr>
        <a:xfrm>
          <a:off x="230255" y="372794"/>
          <a:ext cx="1293815" cy="129381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A70B9-E43C-4EBD-BD48-45B4B3A64618}">
      <dsp:nvSpPr>
        <dsp:cNvPr id="0" name=""/>
        <dsp:cNvSpPr/>
      </dsp:nvSpPr>
      <dsp:spPr>
        <a:xfrm>
          <a:off x="877163" y="372794"/>
          <a:ext cx="10446157" cy="12938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There is a strong positive correlation between actual temperature (temp_c) and feels-like temperature (feelslike_c).</a:t>
          </a:r>
        </a:p>
      </dsp:txBody>
      <dsp:txXfrm>
        <a:off x="877163" y="372794"/>
        <a:ext cx="10446157" cy="372794"/>
      </dsp:txXfrm>
    </dsp:sp>
    <dsp:sp modelId="{F1204CDD-4C3D-42D2-B53E-E71BEAF733A9}">
      <dsp:nvSpPr>
        <dsp:cNvPr id="0" name=""/>
        <dsp:cNvSpPr/>
      </dsp:nvSpPr>
      <dsp:spPr>
        <a:xfrm>
          <a:off x="460510" y="745588"/>
          <a:ext cx="833304" cy="8333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50360-C0CB-43D2-9D1F-8977AA005C2C}">
      <dsp:nvSpPr>
        <dsp:cNvPr id="0" name=""/>
        <dsp:cNvSpPr/>
      </dsp:nvSpPr>
      <dsp:spPr>
        <a:xfrm>
          <a:off x="877163" y="745588"/>
          <a:ext cx="10446157" cy="8333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This means that when the actual temperature increases, the feels-like temperature also increases.</a:t>
          </a:r>
        </a:p>
      </dsp:txBody>
      <dsp:txXfrm>
        <a:off x="877163" y="745588"/>
        <a:ext cx="10446157" cy="372794"/>
      </dsp:txXfrm>
    </dsp:sp>
    <dsp:sp modelId="{2E3B3BE8-A9CB-46D0-B548-63518059EE53}">
      <dsp:nvSpPr>
        <dsp:cNvPr id="0" name=""/>
        <dsp:cNvSpPr/>
      </dsp:nvSpPr>
      <dsp:spPr>
        <a:xfrm>
          <a:off x="690765" y="1118382"/>
          <a:ext cx="372794" cy="37279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30BF8-538F-4380-8399-3881AA451105}">
      <dsp:nvSpPr>
        <dsp:cNvPr id="0" name=""/>
        <dsp:cNvSpPr/>
      </dsp:nvSpPr>
      <dsp:spPr>
        <a:xfrm>
          <a:off x="877163" y="1118382"/>
          <a:ext cx="10446157" cy="3727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 points on the scatterplot would be closely clustered along a straight line, confirming that the “feels-like” temperature closely follows the actual temperature.</a:t>
          </a:r>
        </a:p>
      </dsp:txBody>
      <dsp:txXfrm>
        <a:off x="877163" y="1118382"/>
        <a:ext cx="10446157" cy="3727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ADDD7-AAE5-49DB-827D-1E017BE8B675}">
      <dsp:nvSpPr>
        <dsp:cNvPr id="0" name=""/>
        <dsp:cNvSpPr/>
      </dsp:nvSpPr>
      <dsp:spPr>
        <a:xfrm>
          <a:off x="0" y="547932"/>
          <a:ext cx="11013440" cy="21134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Positive values (closer to +1) show strong positive correlation,* negative values (closer to −1) show strong negative correlation, and * values near 0 indicate weak or no relationship.* Darker or stronger </a:t>
          </a:r>
          <a:r>
            <a:rPr lang="en-IN" sz="1300" kern="1200" dirty="0" err="1"/>
            <a:t>colors</a:t>
          </a:r>
          <a:r>
            <a:rPr lang="en-IN" sz="1300" kern="1200" dirty="0"/>
            <a:t> show higher correlation, while lighter </a:t>
          </a:r>
          <a:r>
            <a:rPr lang="en-IN" sz="1300" kern="1200" dirty="0" err="1"/>
            <a:t>colors</a:t>
          </a:r>
          <a:r>
            <a:rPr lang="en-IN" sz="1300" kern="1200" dirty="0"/>
            <a:t> indicate weaker relationships.* From the heatmap, we can observe that:  * Some weather variables show clear patterns, such as wind, gust, temperature, and humidity having noticeable </a:t>
          </a:r>
          <a:r>
            <a:rPr lang="en-IN" sz="1300" kern="1200" dirty="0" err="1"/>
            <a:t>color</a:t>
          </a:r>
          <a:r>
            <a:rPr lang="en-IN" sz="1300" kern="1200" dirty="0"/>
            <a:t> gradients.  * Other variables show very weak or almost no correlation, as indicated by very light shades.  * Overall, the heatmap provides a quick visual understanding of which numerical features move together and which behave independently.</a:t>
          </a:r>
        </a:p>
      </dsp:txBody>
      <dsp:txXfrm>
        <a:off x="0" y="547932"/>
        <a:ext cx="11013440" cy="2113418"/>
      </dsp:txXfrm>
    </dsp:sp>
    <dsp:sp modelId="{EDF951C7-78FC-4C5B-8AF8-765E55796047}">
      <dsp:nvSpPr>
        <dsp:cNvPr id="0" name=""/>
        <dsp:cNvSpPr/>
      </dsp:nvSpPr>
      <dsp:spPr>
        <a:xfrm rot="10800000">
          <a:off x="0" y="568"/>
          <a:ext cx="11013440" cy="57906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Conclusion :</a:t>
          </a:r>
        </a:p>
      </dsp:txBody>
      <dsp:txXfrm rot="10800000">
        <a:off x="0" y="568"/>
        <a:ext cx="11013440" cy="3762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8033E-BF43-48EA-9150-94E2171A10F1}">
      <dsp:nvSpPr>
        <dsp:cNvPr id="0" name=""/>
        <dsp:cNvSpPr/>
      </dsp:nvSpPr>
      <dsp:spPr>
        <a:xfrm rot="10800000">
          <a:off x="938549" y="1095"/>
          <a:ext cx="2526893" cy="12083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829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Conclusion :</a:t>
          </a:r>
        </a:p>
      </dsp:txBody>
      <dsp:txXfrm rot="10800000">
        <a:off x="1240625" y="1095"/>
        <a:ext cx="2224817" cy="1208304"/>
      </dsp:txXfrm>
    </dsp:sp>
    <dsp:sp modelId="{6217C523-0F0C-4C8F-989E-40AF83488F94}">
      <dsp:nvSpPr>
        <dsp:cNvPr id="0" name=""/>
        <dsp:cNvSpPr/>
      </dsp:nvSpPr>
      <dsp:spPr>
        <a:xfrm>
          <a:off x="334397" y="1095"/>
          <a:ext cx="1208304" cy="12083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17A3F-5391-49E9-8AAC-3FF1A0D1C745}">
      <dsp:nvSpPr>
        <dsp:cNvPr id="0" name=""/>
        <dsp:cNvSpPr/>
      </dsp:nvSpPr>
      <dsp:spPr>
        <a:xfrm rot="10800000">
          <a:off x="938549" y="1506095"/>
          <a:ext cx="2526893" cy="12083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829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The pie chart shows the percentage of total weather readings recorded from each state.</a:t>
          </a:r>
        </a:p>
      </dsp:txBody>
      <dsp:txXfrm rot="10800000">
        <a:off x="1240625" y="1506095"/>
        <a:ext cx="2224817" cy="1208304"/>
      </dsp:txXfrm>
    </dsp:sp>
    <dsp:sp modelId="{958DD909-F8DD-4C2A-8558-A50BDC3AA0F4}">
      <dsp:nvSpPr>
        <dsp:cNvPr id="0" name=""/>
        <dsp:cNvSpPr/>
      </dsp:nvSpPr>
      <dsp:spPr>
        <a:xfrm>
          <a:off x="334397" y="1570087"/>
          <a:ext cx="1208304" cy="12083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0D0D2E-E1E1-4864-BC26-13C130C1AC3B}">
      <dsp:nvSpPr>
        <dsp:cNvPr id="0" name=""/>
        <dsp:cNvSpPr/>
      </dsp:nvSpPr>
      <dsp:spPr>
        <a:xfrm rot="10800000">
          <a:off x="938549" y="3139080"/>
          <a:ext cx="2526893" cy="12083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829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It helps identify which state contributes the highest number of data points and how the rest compare proportionally.</a:t>
          </a:r>
        </a:p>
      </dsp:txBody>
      <dsp:txXfrm rot="10800000">
        <a:off x="1240625" y="3139080"/>
        <a:ext cx="2224817" cy="1208304"/>
      </dsp:txXfrm>
    </dsp:sp>
    <dsp:sp modelId="{32D7F79E-016C-45A7-9CE1-161C0C25E54E}">
      <dsp:nvSpPr>
        <dsp:cNvPr id="0" name=""/>
        <dsp:cNvSpPr/>
      </dsp:nvSpPr>
      <dsp:spPr>
        <a:xfrm>
          <a:off x="334397" y="3139080"/>
          <a:ext cx="1208304" cy="120830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12998-5773-4A5B-B58F-CA8E2AB63CCA}">
      <dsp:nvSpPr>
        <dsp:cNvPr id="0" name=""/>
        <dsp:cNvSpPr/>
      </dsp:nvSpPr>
      <dsp:spPr>
        <a:xfrm>
          <a:off x="1114425" y="2328"/>
          <a:ext cx="2526029" cy="516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Conclusion :</a:t>
          </a:r>
        </a:p>
      </dsp:txBody>
      <dsp:txXfrm>
        <a:off x="1129563" y="17466"/>
        <a:ext cx="2495753" cy="486562"/>
      </dsp:txXfrm>
    </dsp:sp>
    <dsp:sp modelId="{EF2F47A6-6234-4F13-BBCC-76BAE1D976A0}">
      <dsp:nvSpPr>
        <dsp:cNvPr id="0" name=""/>
        <dsp:cNvSpPr/>
      </dsp:nvSpPr>
      <dsp:spPr>
        <a:xfrm>
          <a:off x="1367028" y="519166"/>
          <a:ext cx="252602" cy="947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261"/>
              </a:lnTo>
              <a:lnTo>
                <a:pt x="252602" y="94726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CD6B0-90A7-4069-9D94-3281995C0D6F}">
      <dsp:nvSpPr>
        <dsp:cNvPr id="0" name=""/>
        <dsp:cNvSpPr/>
      </dsp:nvSpPr>
      <dsp:spPr>
        <a:xfrm>
          <a:off x="1619631" y="834920"/>
          <a:ext cx="2020824" cy="12630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There is no strong correlation between temperature, humidity, and wind speed.</a:t>
          </a:r>
        </a:p>
      </dsp:txBody>
      <dsp:txXfrm>
        <a:off x="1656623" y="871912"/>
        <a:ext cx="1946840" cy="1189030"/>
      </dsp:txXfrm>
    </dsp:sp>
    <dsp:sp modelId="{F370797C-A441-4E3F-9F83-71BC8F31F44D}">
      <dsp:nvSpPr>
        <dsp:cNvPr id="0" name=""/>
        <dsp:cNvSpPr/>
      </dsp:nvSpPr>
      <dsp:spPr>
        <a:xfrm>
          <a:off x="1367028" y="519166"/>
          <a:ext cx="252602" cy="27869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6924"/>
              </a:lnTo>
              <a:lnTo>
                <a:pt x="252602" y="278692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280B21-8BD6-4E98-8AF3-811564133152}">
      <dsp:nvSpPr>
        <dsp:cNvPr id="0" name=""/>
        <dsp:cNvSpPr/>
      </dsp:nvSpPr>
      <dsp:spPr>
        <a:xfrm>
          <a:off x="1619631" y="2413689"/>
          <a:ext cx="2020824" cy="17848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Each variable changes independently: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Temperature and humidity do not move together strongly.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Wind speed shows almost no relationship with either temperature or humidity.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The pairplot shows scattered points, meaning the connections between these weather elements are weak.</a:t>
          </a:r>
        </a:p>
      </dsp:txBody>
      <dsp:txXfrm>
        <a:off x="1671906" y="2465964"/>
        <a:ext cx="1916274" cy="16802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B1782-412D-4282-8F81-19B214F59E84}">
      <dsp:nvSpPr>
        <dsp:cNvPr id="0" name=""/>
        <dsp:cNvSpPr/>
      </dsp:nvSpPr>
      <dsp:spPr>
        <a:xfrm>
          <a:off x="4412" y="399825"/>
          <a:ext cx="2652935" cy="1014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Conclusion :</a:t>
          </a:r>
        </a:p>
      </dsp:txBody>
      <dsp:txXfrm>
        <a:off x="4412" y="399825"/>
        <a:ext cx="2652935" cy="1014650"/>
      </dsp:txXfrm>
    </dsp:sp>
    <dsp:sp modelId="{1BF54065-5AC5-476B-9CF3-B131DEB7D022}">
      <dsp:nvSpPr>
        <dsp:cNvPr id="0" name=""/>
        <dsp:cNvSpPr/>
      </dsp:nvSpPr>
      <dsp:spPr>
        <a:xfrm>
          <a:off x="4412" y="1414475"/>
          <a:ext cx="2652935" cy="483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E4735-801B-4073-BA6A-F7007D31AB07}">
      <dsp:nvSpPr>
        <dsp:cNvPr id="0" name=""/>
        <dsp:cNvSpPr/>
      </dsp:nvSpPr>
      <dsp:spPr>
        <a:xfrm>
          <a:off x="3028758" y="399825"/>
          <a:ext cx="2652935" cy="1014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1.Feels Like Temperature (</a:t>
          </a:r>
          <a:r>
            <a:rPr lang="en-IN" sz="1100" kern="1200" dirty="0" err="1"/>
            <a:t>feelslike_c</a:t>
          </a:r>
          <a:r>
            <a:rPr lang="en-IN" sz="1100" kern="1200" dirty="0"/>
            <a:t>)* Most values are closely clustered around the actual temperature.* Distribution is fairly symmetric, indicating typical daily temperature ranges.  </a:t>
          </a:r>
        </a:p>
      </dsp:txBody>
      <dsp:txXfrm>
        <a:off x="3028758" y="399825"/>
        <a:ext cx="2652935" cy="1014650"/>
      </dsp:txXfrm>
    </dsp:sp>
    <dsp:sp modelId="{4823B9AB-5FE6-440B-B740-FA8156664600}">
      <dsp:nvSpPr>
        <dsp:cNvPr id="0" name=""/>
        <dsp:cNvSpPr/>
      </dsp:nvSpPr>
      <dsp:spPr>
        <a:xfrm>
          <a:off x="3028758" y="1414475"/>
          <a:ext cx="2652935" cy="483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891AA-C079-4C6D-84DD-63902721E062}">
      <dsp:nvSpPr>
        <dsp:cNvPr id="0" name=""/>
        <dsp:cNvSpPr/>
      </dsp:nvSpPr>
      <dsp:spPr>
        <a:xfrm>
          <a:off x="6053105" y="399825"/>
          <a:ext cx="2652935" cy="1014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2.Actual Temperature (temp_c)* Distribution is very similar to feelslike_c because perceived temperature depends largely on actual temperature.* Peaks indicate the most common temperature range in the dataset.  </a:t>
          </a:r>
        </a:p>
      </dsp:txBody>
      <dsp:txXfrm>
        <a:off x="6053105" y="399825"/>
        <a:ext cx="2652935" cy="1014650"/>
      </dsp:txXfrm>
    </dsp:sp>
    <dsp:sp modelId="{F1E7EB99-6738-46CF-B5D5-45C8242D2754}">
      <dsp:nvSpPr>
        <dsp:cNvPr id="0" name=""/>
        <dsp:cNvSpPr/>
      </dsp:nvSpPr>
      <dsp:spPr>
        <a:xfrm>
          <a:off x="6053105" y="1414475"/>
          <a:ext cx="2652935" cy="483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DAFFB-2C51-40D8-8830-6AC4F19193C6}">
      <dsp:nvSpPr>
        <dsp:cNvPr id="0" name=""/>
        <dsp:cNvSpPr/>
      </dsp:nvSpPr>
      <dsp:spPr>
        <a:xfrm>
          <a:off x="9077452" y="399825"/>
          <a:ext cx="2652935" cy="1014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3.Dewpoint (dewpoint_c)* Slightly narrower distribution than temperature, showing less variation.* Higher dewpoints indicate more humid conditions; lower dewpoints indicate drier air.</a:t>
          </a:r>
        </a:p>
      </dsp:txBody>
      <dsp:txXfrm>
        <a:off x="9077452" y="399825"/>
        <a:ext cx="2652935" cy="1014650"/>
      </dsp:txXfrm>
    </dsp:sp>
    <dsp:sp modelId="{2E6196BF-94DB-44E1-848C-1A6B0FE3A70B}">
      <dsp:nvSpPr>
        <dsp:cNvPr id="0" name=""/>
        <dsp:cNvSpPr/>
      </dsp:nvSpPr>
      <dsp:spPr>
        <a:xfrm>
          <a:off x="9077452" y="1414475"/>
          <a:ext cx="2652935" cy="483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48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952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23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73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2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11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95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6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56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02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60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69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240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733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4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366C4EF-7664-46C0-910E-FA7A3E8F234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42DC3-F9FB-4616-B362-C81D5D11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43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976C2-27EB-0FF7-7FAC-8C6D5EE418B4}"/>
              </a:ext>
            </a:extLst>
          </p:cNvPr>
          <p:cNvSpPr txBox="1"/>
          <p:nvPr/>
        </p:nvSpPr>
        <p:spPr>
          <a:xfrm>
            <a:off x="1457960" y="1144955"/>
            <a:ext cx="9804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Project Title</a:t>
            </a:r>
          </a:p>
          <a:p>
            <a:pPr algn="ctr"/>
            <a:r>
              <a:rPr lang="en-US" sz="4000" u="sng" dirty="0"/>
              <a:t>Indian Weather Forecasting &amp; Data Analysis</a:t>
            </a:r>
            <a:endParaRPr lang="en-IN" sz="40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15790-AD88-D704-EEC2-F9DEAB6FEB05}"/>
              </a:ext>
            </a:extLst>
          </p:cNvPr>
          <p:cNvSpPr txBox="1"/>
          <p:nvPr/>
        </p:nvSpPr>
        <p:spPr>
          <a:xfrm>
            <a:off x="3048000" y="3105835"/>
            <a:ext cx="6624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Prepared By: </a:t>
            </a:r>
            <a:r>
              <a:rPr lang="en-US" sz="3200" dirty="0"/>
              <a:t>Avadhoot Anil Jadhav. </a:t>
            </a:r>
          </a:p>
          <a:p>
            <a:pPr algn="ctr"/>
            <a:endParaRPr lang="en-US" sz="3200" dirty="0"/>
          </a:p>
          <a:p>
            <a:pPr algn="ctr"/>
            <a:r>
              <a:rPr lang="en-US" sz="3200" b="1" dirty="0"/>
              <a:t>Date:</a:t>
            </a:r>
            <a:r>
              <a:rPr lang="en-US" sz="3200" dirty="0"/>
              <a:t> 11/12/2025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96484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3ED4CE2-BDFA-0D98-6213-B1B7D2281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45" y="86186"/>
            <a:ext cx="98298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75FB7B-731C-05C8-CE46-872C67A6D79A}"/>
              </a:ext>
            </a:extLst>
          </p:cNvPr>
          <p:cNvGraphicFramePr/>
          <p:nvPr/>
        </p:nvGraphicFramePr>
        <p:xfrm>
          <a:off x="838200" y="5277311"/>
          <a:ext cx="10515600" cy="129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758438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6E0F37D-CD5F-42A5-2836-3A3180DCC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80328"/>
            <a:ext cx="859155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B94A65-2331-CAC4-9147-E8E7566C1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698516"/>
              </p:ext>
            </p:extLst>
          </p:nvPr>
        </p:nvGraphicFramePr>
        <p:xfrm>
          <a:off x="2037080" y="4673600"/>
          <a:ext cx="8117840" cy="218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6234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B556989-4BDE-E781-7934-726394D39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B197E82-60BF-3173-1AD2-655644484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103233"/>
              </p:ext>
            </p:extLst>
          </p:nvPr>
        </p:nvGraphicFramePr>
        <p:xfrm>
          <a:off x="1818640" y="5772150"/>
          <a:ext cx="8987472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481388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17903FA-776F-9943-A5DB-7C3F52DEA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33" y="25400"/>
            <a:ext cx="10305733" cy="490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71FB807-0C37-3698-3FDE-B8664E998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000702"/>
              </p:ext>
            </p:extLst>
          </p:nvPr>
        </p:nvGraphicFramePr>
        <p:xfrm>
          <a:off x="137160" y="5078274"/>
          <a:ext cx="11323320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8388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EA97A72-1471-713C-B668-C63ECD70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33" y="0"/>
            <a:ext cx="9186228" cy="419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D41D45-A925-2D86-CD88-2B57B8066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6849056"/>
              </p:ext>
            </p:extLst>
          </p:nvPr>
        </p:nvGraphicFramePr>
        <p:xfrm>
          <a:off x="589280" y="4328160"/>
          <a:ext cx="11013440" cy="266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67124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4EE4BFF-FEA3-0C82-0189-1E0A521D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" y="91440"/>
            <a:ext cx="6941820" cy="648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4FF0AD9-E078-375C-95AB-648AC1418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259855"/>
              </p:ext>
            </p:extLst>
          </p:nvPr>
        </p:nvGraphicFramePr>
        <p:xfrm>
          <a:off x="8016240" y="965200"/>
          <a:ext cx="3799840" cy="4348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7883464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89AA5B64-8470-939D-BBFB-5F3FE52EC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920" y="355600"/>
            <a:ext cx="5943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CA42DA-9830-4C96-F6DA-22B0EE77D5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38560"/>
              </p:ext>
            </p:extLst>
          </p:nvPr>
        </p:nvGraphicFramePr>
        <p:xfrm>
          <a:off x="497840" y="1346538"/>
          <a:ext cx="4754880" cy="420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39117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B871673-7B67-04A2-CD72-F6198BAC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9" y="182245"/>
            <a:ext cx="8680132" cy="430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8D9DFA-584F-A6B3-B4B7-A23740D93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78099"/>
              </p:ext>
            </p:extLst>
          </p:nvPr>
        </p:nvGraphicFramePr>
        <p:xfrm>
          <a:off x="74455" y="4489459"/>
          <a:ext cx="11734800" cy="2297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8302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A5D2-0387-98A5-16E8-060EDD04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591" y="2077720"/>
            <a:ext cx="10018713" cy="1752599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45071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37</TotalTime>
  <Words>552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avadhoot.jadhav0304@outlook.com</dc:creator>
  <cp:lastModifiedBy>avadhoot.jadhav0304@outlook.com</cp:lastModifiedBy>
  <cp:revision>1</cp:revision>
  <dcterms:created xsi:type="dcterms:W3CDTF">2025-12-30T11:35:13Z</dcterms:created>
  <dcterms:modified xsi:type="dcterms:W3CDTF">2025-12-30T12:12:48Z</dcterms:modified>
</cp:coreProperties>
</file>